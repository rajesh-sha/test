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57" r:id="rId6"/>
    <p:sldId id="258" r:id="rId7"/>
    <p:sldId id="275" r:id="rId8"/>
    <p:sldId id="260" r:id="rId9"/>
    <p:sldId id="261" r:id="rId10"/>
    <p:sldId id="273" r:id="rId11"/>
    <p:sldId id="263" r:id="rId12"/>
    <p:sldId id="264" r:id="rId13"/>
    <p:sldId id="265" r:id="rId14"/>
    <p:sldId id="271" r:id="rId15"/>
    <p:sldId id="268" r:id="rId16"/>
    <p:sldId id="269" r:id="rId17"/>
    <p:sldId id="270" r:id="rId18"/>
    <p:sldId id="276" r:id="rId26"/>
    <p:sldId id="277" r:id="rId27"/>
    <p:sldId id="278" r:id="rId28"/>
    <p:sldId id="279" r:id="rId29"/>
    <p:sldId id="280"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D517CF-875D-3112-A7D5-383A8AA705CE}" v="125" dt="2026-08-05T04:27:27.111"/>
    <p1510:client id="{68B640BF-BC02-E784-8393-24E030D76623}" v="1" dt="2026-08-05T02:30:05.340"/>
    <p1510:client id="{72CA6815-01A8-4756-AB09-5956E6BEB6FF}" v="444" dt="2026-08-05T06:28:32.076"/>
    <p1510:client id="{9CC47162-8335-9511-683F-0172878B9F86}" v="7" dt="2026-08-05T03:01:34.961"/>
    <p1510:client id="{EF8634B9-9FB8-DED8-41BC-DBE28399F737}" v="10" dt="2026-08-05T04:04:02.3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Sha" userId="S::rajesh.sha@servicestream.com.au::e5c330cc-b689-46e8-96b3-c9831a0eef2d" providerId="AD" clId="Web-{EF8634B9-9FB8-DED8-41BC-DBE28399F737}"/>
    <pc:docChg chg="modSld">
      <pc:chgData name="Rajesh Sha" userId="S::rajesh.sha@servicestream.com.au::e5c330cc-b689-46e8-96b3-c9831a0eef2d" providerId="AD" clId="Web-{EF8634B9-9FB8-DED8-41BC-DBE28399F737}" dt="2026-08-05T04:03:41.968" v="8" actId="20577"/>
      <pc:docMkLst>
        <pc:docMk/>
      </pc:docMkLst>
      <pc:sldChg chg="modSp">
        <pc:chgData name="Rajesh Sha" userId="S::rajesh.sha@servicestream.com.au::e5c330cc-b689-46e8-96b3-c9831a0eef2d" providerId="AD" clId="Web-{EF8634B9-9FB8-DED8-41BC-DBE28399F737}" dt="2026-08-05T04:03:41.968" v="8" actId="20577"/>
        <pc:sldMkLst>
          <pc:docMk/>
          <pc:sldMk cId="0" sldId="258"/>
        </pc:sldMkLst>
        <pc:spChg chg="mod">
          <ac:chgData name="Rajesh Sha" userId="S::rajesh.sha@servicestream.com.au::e5c330cc-b689-46e8-96b3-c9831a0eef2d" providerId="AD" clId="Web-{EF8634B9-9FB8-DED8-41BC-DBE28399F737}" dt="2026-08-05T04:03:41.968" v="8" actId="20577"/>
          <ac:spMkLst>
            <pc:docMk/>
            <pc:sldMk cId="0" sldId="258"/>
            <ac:spMk id="8" creationId="{00000000-0000-0000-0000-000000000000}"/>
          </ac:spMkLst>
        </pc:spChg>
      </pc:sldChg>
    </pc:docChg>
  </pc:docChgLst>
  <pc:docChgLst>
    <pc:chgData name="Rajesh Sha" userId="S::rajesh.sha@servicestream.com.au::e5c330cc-b689-46e8-96b3-c9831a0eef2d" providerId="AD" clId="Web-{9CC47162-8335-9511-683F-0172878B9F86}"/>
    <pc:docChg chg="modSld">
      <pc:chgData name="Rajesh Sha" userId="S::rajesh.sha@servicestream.com.au::e5c330cc-b689-46e8-96b3-c9831a0eef2d" providerId="AD" clId="Web-{9CC47162-8335-9511-683F-0172878B9F86}" dt="2026-08-05T03:00:41.678" v="5" actId="20577"/>
      <pc:docMkLst>
        <pc:docMk/>
      </pc:docMkLst>
      <pc:sldChg chg="modSp">
        <pc:chgData name="Rajesh Sha" userId="S::rajesh.sha@servicestream.com.au::e5c330cc-b689-46e8-96b3-c9831a0eef2d" providerId="AD" clId="Web-{9CC47162-8335-9511-683F-0172878B9F86}" dt="2026-08-05T03:00:41.678" v="5" actId="20577"/>
        <pc:sldMkLst>
          <pc:docMk/>
          <pc:sldMk cId="0" sldId="256"/>
        </pc:sldMkLst>
        <pc:spChg chg="mod">
          <ac:chgData name="Rajesh Sha" userId="S::rajesh.sha@servicestream.com.au::e5c330cc-b689-46e8-96b3-c9831a0eef2d" providerId="AD" clId="Web-{9CC47162-8335-9511-683F-0172878B9F86}" dt="2026-08-05T03:00:41.678" v="5" actId="20577"/>
          <ac:spMkLst>
            <pc:docMk/>
            <pc:sldMk cId="0" sldId="256"/>
            <ac:spMk id="8" creationId="{00000000-0000-0000-0000-000000000000}"/>
          </ac:spMkLst>
        </pc:spChg>
      </pc:sldChg>
    </pc:docChg>
  </pc:docChgLst>
  <pc:docChgLst>
    <pc:chgData name="Rajesh Sha" userId="S::rajesh.sha@servicestream.com.au::e5c330cc-b689-46e8-96b3-c9831a0eef2d" providerId="AD" clId="Web-{5CD517CF-875D-3112-A7D5-383A8AA705CE}"/>
    <pc:docChg chg="delSld modSld">
      <pc:chgData name="Rajesh Sha" userId="S::rajesh.sha@servicestream.com.au::e5c330cc-b689-46e8-96b3-c9831a0eef2d" providerId="AD" clId="Web-{5CD517CF-875D-3112-A7D5-383A8AA705CE}" dt="2026-08-05T04:27:27.111" v="120"/>
      <pc:docMkLst>
        <pc:docMk/>
      </pc:docMkLst>
      <pc:sldChg chg="addSp delSp modSp">
        <pc:chgData name="Rajesh Sha" userId="S::rajesh.sha@servicestream.com.au::e5c330cc-b689-46e8-96b3-c9831a0eef2d" providerId="AD" clId="Web-{5CD517CF-875D-3112-A7D5-383A8AA705CE}" dt="2026-08-05T04:27:27.111" v="120"/>
        <pc:sldMkLst>
          <pc:docMk/>
          <pc:sldMk cId="0" sldId="259"/>
        </pc:sldMkLst>
        <pc:spChg chg="del mod">
          <ac:chgData name="Rajesh Sha" userId="S::rajesh.sha@servicestream.com.au::e5c330cc-b689-46e8-96b3-c9831a0eef2d" providerId="AD" clId="Web-{5CD517CF-875D-3112-A7D5-383A8AA705CE}" dt="2026-08-05T04:26:10.717" v="55"/>
          <ac:spMkLst>
            <pc:docMk/>
            <pc:sldMk cId="0" sldId="259"/>
            <ac:spMk id="6" creationId="{00000000-0000-0000-0000-000000000000}"/>
          </ac:spMkLst>
        </pc:spChg>
        <pc:spChg chg="del">
          <ac:chgData name="Rajesh Sha" userId="S::rajesh.sha@servicestream.com.au::e5c330cc-b689-46e8-96b3-c9831a0eef2d" providerId="AD" clId="Web-{5CD517CF-875D-3112-A7D5-383A8AA705CE}" dt="2026-08-05T04:26:28.374" v="94"/>
          <ac:spMkLst>
            <pc:docMk/>
            <pc:sldMk cId="0" sldId="259"/>
            <ac:spMk id="7" creationId="{00000000-0000-0000-0000-000000000000}"/>
          </ac:spMkLst>
        </pc:spChg>
        <pc:spChg chg="del">
          <ac:chgData name="Rajesh Sha" userId="S::rajesh.sha@servicestream.com.au::e5c330cc-b689-46e8-96b3-c9831a0eef2d" providerId="AD" clId="Web-{5CD517CF-875D-3112-A7D5-383A8AA705CE}" dt="2026-08-05T04:26:28.374" v="93"/>
          <ac:spMkLst>
            <pc:docMk/>
            <pc:sldMk cId="0" sldId="259"/>
            <ac:spMk id="8" creationId="{00000000-0000-0000-0000-000000000000}"/>
          </ac:spMkLst>
        </pc:spChg>
        <pc:spChg chg="del">
          <ac:chgData name="Rajesh Sha" userId="S::rajesh.sha@servicestream.com.au::e5c330cc-b689-46e8-96b3-c9831a0eef2d" providerId="AD" clId="Web-{5CD517CF-875D-3112-A7D5-383A8AA705CE}" dt="2026-08-05T04:26:28.374" v="92"/>
          <ac:spMkLst>
            <pc:docMk/>
            <pc:sldMk cId="0" sldId="259"/>
            <ac:spMk id="9" creationId="{00000000-0000-0000-0000-000000000000}"/>
          </ac:spMkLst>
        </pc:spChg>
        <pc:spChg chg="del mod">
          <ac:chgData name="Rajesh Sha" userId="S::rajesh.sha@servicestream.com.au::e5c330cc-b689-46e8-96b3-c9831a0eef2d" providerId="AD" clId="Web-{5CD517CF-875D-3112-A7D5-383A8AA705CE}" dt="2026-08-05T04:26:28.374" v="91"/>
          <ac:spMkLst>
            <pc:docMk/>
            <pc:sldMk cId="0" sldId="259"/>
            <ac:spMk id="10" creationId="{00000000-0000-0000-0000-000000000000}"/>
          </ac:spMkLst>
        </pc:spChg>
        <pc:spChg chg="del">
          <ac:chgData name="Rajesh Sha" userId="S::rajesh.sha@servicestream.com.au::e5c330cc-b689-46e8-96b3-c9831a0eef2d" providerId="AD" clId="Web-{5CD517CF-875D-3112-A7D5-383A8AA705CE}" dt="2026-08-05T04:26:28.374" v="90"/>
          <ac:spMkLst>
            <pc:docMk/>
            <pc:sldMk cId="0" sldId="259"/>
            <ac:spMk id="11" creationId="{00000000-0000-0000-0000-000000000000}"/>
          </ac:spMkLst>
        </pc:spChg>
        <pc:spChg chg="del">
          <ac:chgData name="Rajesh Sha" userId="S::rajesh.sha@servicestream.com.au::e5c330cc-b689-46e8-96b3-c9831a0eef2d" providerId="AD" clId="Web-{5CD517CF-875D-3112-A7D5-383A8AA705CE}" dt="2026-08-05T04:26:28.374" v="89"/>
          <ac:spMkLst>
            <pc:docMk/>
            <pc:sldMk cId="0" sldId="259"/>
            <ac:spMk id="12" creationId="{00000000-0000-0000-0000-000000000000}"/>
          </ac:spMkLst>
        </pc:spChg>
        <pc:spChg chg="del">
          <ac:chgData name="Rajesh Sha" userId="S::rajesh.sha@servicestream.com.au::e5c330cc-b689-46e8-96b3-c9831a0eef2d" providerId="AD" clId="Web-{5CD517CF-875D-3112-A7D5-383A8AA705CE}" dt="2026-08-05T04:26:20.155" v="59"/>
          <ac:spMkLst>
            <pc:docMk/>
            <pc:sldMk cId="0" sldId="259"/>
            <ac:spMk id="13" creationId="{00000000-0000-0000-0000-000000000000}"/>
          </ac:spMkLst>
        </pc:spChg>
        <pc:spChg chg="del">
          <ac:chgData name="Rajesh Sha" userId="S::rajesh.sha@servicestream.com.au::e5c330cc-b689-46e8-96b3-c9831a0eef2d" providerId="AD" clId="Web-{5CD517CF-875D-3112-A7D5-383A8AA705CE}" dt="2026-08-05T04:26:28.374" v="88"/>
          <ac:spMkLst>
            <pc:docMk/>
            <pc:sldMk cId="0" sldId="259"/>
            <ac:spMk id="14" creationId="{00000000-0000-0000-0000-000000000000}"/>
          </ac:spMkLst>
        </pc:spChg>
        <pc:spChg chg="del">
          <ac:chgData name="Rajesh Sha" userId="S::rajesh.sha@servicestream.com.au::e5c330cc-b689-46e8-96b3-c9831a0eef2d" providerId="AD" clId="Web-{5CD517CF-875D-3112-A7D5-383A8AA705CE}" dt="2026-08-05T04:26:28.374" v="87"/>
          <ac:spMkLst>
            <pc:docMk/>
            <pc:sldMk cId="0" sldId="259"/>
            <ac:spMk id="15" creationId="{00000000-0000-0000-0000-000000000000}"/>
          </ac:spMkLst>
        </pc:spChg>
        <pc:spChg chg="del mod">
          <ac:chgData name="Rajesh Sha" userId="S::rajesh.sha@servicestream.com.au::e5c330cc-b689-46e8-96b3-c9831a0eef2d" providerId="AD" clId="Web-{5CD517CF-875D-3112-A7D5-383A8AA705CE}" dt="2026-08-05T04:26:28.374" v="86"/>
          <ac:spMkLst>
            <pc:docMk/>
            <pc:sldMk cId="0" sldId="259"/>
            <ac:spMk id="16" creationId="{00000000-0000-0000-0000-000000000000}"/>
          </ac:spMkLst>
        </pc:spChg>
        <pc:spChg chg="del">
          <ac:chgData name="Rajesh Sha" userId="S::rajesh.sha@servicestream.com.au::e5c330cc-b689-46e8-96b3-c9831a0eef2d" providerId="AD" clId="Web-{5CD517CF-875D-3112-A7D5-383A8AA705CE}" dt="2026-08-05T04:26:28.374" v="85"/>
          <ac:spMkLst>
            <pc:docMk/>
            <pc:sldMk cId="0" sldId="259"/>
            <ac:spMk id="17" creationId="{00000000-0000-0000-0000-000000000000}"/>
          </ac:spMkLst>
        </pc:spChg>
        <pc:spChg chg="del">
          <ac:chgData name="Rajesh Sha" userId="S::rajesh.sha@servicestream.com.au::e5c330cc-b689-46e8-96b3-c9831a0eef2d" providerId="AD" clId="Web-{5CD517CF-875D-3112-A7D5-383A8AA705CE}" dt="2026-08-05T04:26:28.374" v="84"/>
          <ac:spMkLst>
            <pc:docMk/>
            <pc:sldMk cId="0" sldId="259"/>
            <ac:spMk id="18" creationId="{00000000-0000-0000-0000-000000000000}"/>
          </ac:spMkLst>
        </pc:spChg>
        <pc:spChg chg="del">
          <ac:chgData name="Rajesh Sha" userId="S::rajesh.sha@servicestream.com.au::e5c330cc-b689-46e8-96b3-c9831a0eef2d" providerId="AD" clId="Web-{5CD517CF-875D-3112-A7D5-383A8AA705CE}" dt="2026-08-05T04:26:28.374" v="83"/>
          <ac:spMkLst>
            <pc:docMk/>
            <pc:sldMk cId="0" sldId="259"/>
            <ac:spMk id="19" creationId="{00000000-0000-0000-0000-000000000000}"/>
          </ac:spMkLst>
        </pc:spChg>
        <pc:spChg chg="add del mod">
          <ac:chgData name="Rajesh Sha" userId="S::rajesh.sha@servicestream.com.au::e5c330cc-b689-46e8-96b3-c9831a0eef2d" providerId="AD" clId="Web-{5CD517CF-875D-3112-A7D5-383A8AA705CE}" dt="2026-08-05T04:26:28.374" v="82"/>
          <ac:spMkLst>
            <pc:docMk/>
            <pc:sldMk cId="0" sldId="259"/>
            <ac:spMk id="20" creationId="{00000000-0000-0000-0000-000000000000}"/>
          </ac:spMkLst>
        </pc:spChg>
        <pc:spChg chg="del">
          <ac:chgData name="Rajesh Sha" userId="S::rajesh.sha@servicestream.com.au::e5c330cc-b689-46e8-96b3-c9831a0eef2d" providerId="AD" clId="Web-{5CD517CF-875D-3112-A7D5-383A8AA705CE}" dt="2026-08-05T04:26:28.374" v="81"/>
          <ac:spMkLst>
            <pc:docMk/>
            <pc:sldMk cId="0" sldId="259"/>
            <ac:spMk id="21" creationId="{00000000-0000-0000-0000-000000000000}"/>
          </ac:spMkLst>
        </pc:spChg>
        <pc:spChg chg="del mod">
          <ac:chgData name="Rajesh Sha" userId="S::rajesh.sha@servicestream.com.au::e5c330cc-b689-46e8-96b3-c9831a0eef2d" providerId="AD" clId="Web-{5CD517CF-875D-3112-A7D5-383A8AA705CE}" dt="2026-08-05T04:26:28.374" v="80"/>
          <ac:spMkLst>
            <pc:docMk/>
            <pc:sldMk cId="0" sldId="259"/>
            <ac:spMk id="22" creationId="{00000000-0000-0000-0000-000000000000}"/>
          </ac:spMkLst>
        </pc:spChg>
        <pc:spChg chg="del">
          <ac:chgData name="Rajesh Sha" userId="S::rajesh.sha@servicestream.com.au::e5c330cc-b689-46e8-96b3-c9831a0eef2d" providerId="AD" clId="Web-{5CD517CF-875D-3112-A7D5-383A8AA705CE}" dt="2026-08-05T04:26:28.374" v="79"/>
          <ac:spMkLst>
            <pc:docMk/>
            <pc:sldMk cId="0" sldId="259"/>
            <ac:spMk id="23" creationId="{00000000-0000-0000-0000-000000000000}"/>
          </ac:spMkLst>
        </pc:spChg>
        <pc:spChg chg="del">
          <ac:chgData name="Rajesh Sha" userId="S::rajesh.sha@servicestream.com.au::e5c330cc-b689-46e8-96b3-c9831a0eef2d" providerId="AD" clId="Web-{5CD517CF-875D-3112-A7D5-383A8AA705CE}" dt="2026-08-05T04:26:28.374" v="78"/>
          <ac:spMkLst>
            <pc:docMk/>
            <pc:sldMk cId="0" sldId="259"/>
            <ac:spMk id="24" creationId="{00000000-0000-0000-0000-000000000000}"/>
          </ac:spMkLst>
        </pc:spChg>
        <pc:spChg chg="del">
          <ac:chgData name="Rajesh Sha" userId="S::rajesh.sha@servicestream.com.au::e5c330cc-b689-46e8-96b3-c9831a0eef2d" providerId="AD" clId="Web-{5CD517CF-875D-3112-A7D5-383A8AA705CE}" dt="2026-08-05T04:26:17.905" v="57"/>
          <ac:spMkLst>
            <pc:docMk/>
            <pc:sldMk cId="0" sldId="259"/>
            <ac:spMk id="25" creationId="{00000000-0000-0000-0000-000000000000}"/>
          </ac:spMkLst>
        </pc:spChg>
        <pc:spChg chg="del">
          <ac:chgData name="Rajesh Sha" userId="S::rajesh.sha@servicestream.com.au::e5c330cc-b689-46e8-96b3-c9831a0eef2d" providerId="AD" clId="Web-{5CD517CF-875D-3112-A7D5-383A8AA705CE}" dt="2026-08-05T04:26:28.374" v="77"/>
          <ac:spMkLst>
            <pc:docMk/>
            <pc:sldMk cId="0" sldId="259"/>
            <ac:spMk id="26" creationId="{00000000-0000-0000-0000-000000000000}"/>
          </ac:spMkLst>
        </pc:spChg>
        <pc:spChg chg="del">
          <ac:chgData name="Rajesh Sha" userId="S::rajesh.sha@servicestream.com.au::e5c330cc-b689-46e8-96b3-c9831a0eef2d" providerId="AD" clId="Web-{5CD517CF-875D-3112-A7D5-383A8AA705CE}" dt="2026-08-05T04:26:28.374" v="76"/>
          <ac:spMkLst>
            <pc:docMk/>
            <pc:sldMk cId="0" sldId="259"/>
            <ac:spMk id="27" creationId="{00000000-0000-0000-0000-000000000000}"/>
          </ac:spMkLst>
        </pc:spChg>
        <pc:spChg chg="del">
          <ac:chgData name="Rajesh Sha" userId="S::rajesh.sha@servicestream.com.au::e5c330cc-b689-46e8-96b3-c9831a0eef2d" providerId="AD" clId="Web-{5CD517CF-875D-3112-A7D5-383A8AA705CE}" dt="2026-08-05T04:26:28.374" v="75"/>
          <ac:spMkLst>
            <pc:docMk/>
            <pc:sldMk cId="0" sldId="259"/>
            <ac:spMk id="28" creationId="{00000000-0000-0000-0000-000000000000}"/>
          </ac:spMkLst>
        </pc:spChg>
        <pc:spChg chg="del">
          <ac:chgData name="Rajesh Sha" userId="S::rajesh.sha@servicestream.com.au::e5c330cc-b689-46e8-96b3-c9831a0eef2d" providerId="AD" clId="Web-{5CD517CF-875D-3112-A7D5-383A8AA705CE}" dt="2026-08-05T04:26:28.359" v="74"/>
          <ac:spMkLst>
            <pc:docMk/>
            <pc:sldMk cId="0" sldId="259"/>
            <ac:spMk id="29" creationId="{00000000-0000-0000-0000-000000000000}"/>
          </ac:spMkLst>
        </pc:spChg>
        <pc:spChg chg="del">
          <ac:chgData name="Rajesh Sha" userId="S::rajesh.sha@servicestream.com.au::e5c330cc-b689-46e8-96b3-c9831a0eef2d" providerId="AD" clId="Web-{5CD517CF-875D-3112-A7D5-383A8AA705CE}" dt="2026-08-05T04:26:28.359" v="73"/>
          <ac:spMkLst>
            <pc:docMk/>
            <pc:sldMk cId="0" sldId="259"/>
            <ac:spMk id="30" creationId="{00000000-0000-0000-0000-000000000000}"/>
          </ac:spMkLst>
        </pc:spChg>
        <pc:spChg chg="del">
          <ac:chgData name="Rajesh Sha" userId="S::rajesh.sha@servicestream.com.au::e5c330cc-b689-46e8-96b3-c9831a0eef2d" providerId="AD" clId="Web-{5CD517CF-875D-3112-A7D5-383A8AA705CE}" dt="2026-08-05T04:26:16.796" v="56"/>
          <ac:spMkLst>
            <pc:docMk/>
            <pc:sldMk cId="0" sldId="259"/>
            <ac:spMk id="31" creationId="{00000000-0000-0000-0000-000000000000}"/>
          </ac:spMkLst>
        </pc:spChg>
        <pc:spChg chg="del">
          <ac:chgData name="Rajesh Sha" userId="S::rajesh.sha@servicestream.com.au::e5c330cc-b689-46e8-96b3-c9831a0eef2d" providerId="AD" clId="Web-{5CD517CF-875D-3112-A7D5-383A8AA705CE}" dt="2026-08-05T04:26:28.359" v="72"/>
          <ac:spMkLst>
            <pc:docMk/>
            <pc:sldMk cId="0" sldId="259"/>
            <ac:spMk id="32" creationId="{00000000-0000-0000-0000-000000000000}"/>
          </ac:spMkLst>
        </pc:spChg>
        <pc:spChg chg="del">
          <ac:chgData name="Rajesh Sha" userId="S::rajesh.sha@servicestream.com.au::e5c330cc-b689-46e8-96b3-c9831a0eef2d" providerId="AD" clId="Web-{5CD517CF-875D-3112-A7D5-383A8AA705CE}" dt="2026-08-05T04:26:28.359" v="71"/>
          <ac:spMkLst>
            <pc:docMk/>
            <pc:sldMk cId="0" sldId="259"/>
            <ac:spMk id="33" creationId="{00000000-0000-0000-0000-000000000000}"/>
          </ac:spMkLst>
        </pc:spChg>
        <pc:spChg chg="del">
          <ac:chgData name="Rajesh Sha" userId="S::rajesh.sha@servicestream.com.au::e5c330cc-b689-46e8-96b3-c9831a0eef2d" providerId="AD" clId="Web-{5CD517CF-875D-3112-A7D5-383A8AA705CE}" dt="2026-08-05T04:26:28.359" v="70"/>
          <ac:spMkLst>
            <pc:docMk/>
            <pc:sldMk cId="0" sldId="259"/>
            <ac:spMk id="34" creationId="{00000000-0000-0000-0000-000000000000}"/>
          </ac:spMkLst>
        </pc:spChg>
        <pc:spChg chg="del">
          <ac:chgData name="Rajesh Sha" userId="S::rajesh.sha@servicestream.com.au::e5c330cc-b689-46e8-96b3-c9831a0eef2d" providerId="AD" clId="Web-{5CD517CF-875D-3112-A7D5-383A8AA705CE}" dt="2026-08-05T04:26:28.359" v="69"/>
          <ac:spMkLst>
            <pc:docMk/>
            <pc:sldMk cId="0" sldId="259"/>
            <ac:spMk id="35" creationId="{00000000-0000-0000-0000-000000000000}"/>
          </ac:spMkLst>
        </pc:spChg>
        <pc:spChg chg="del">
          <ac:chgData name="Rajesh Sha" userId="S::rajesh.sha@servicestream.com.au::e5c330cc-b689-46e8-96b3-c9831a0eef2d" providerId="AD" clId="Web-{5CD517CF-875D-3112-A7D5-383A8AA705CE}" dt="2026-08-05T04:26:28.359" v="68"/>
          <ac:spMkLst>
            <pc:docMk/>
            <pc:sldMk cId="0" sldId="259"/>
            <ac:spMk id="36" creationId="{00000000-0000-0000-0000-000000000000}"/>
          </ac:spMkLst>
        </pc:spChg>
        <pc:spChg chg="del">
          <ac:chgData name="Rajesh Sha" userId="S::rajesh.sha@servicestream.com.au::e5c330cc-b689-46e8-96b3-c9831a0eef2d" providerId="AD" clId="Web-{5CD517CF-875D-3112-A7D5-383A8AA705CE}" dt="2026-08-05T04:26:28.359" v="67"/>
          <ac:spMkLst>
            <pc:docMk/>
            <pc:sldMk cId="0" sldId="259"/>
            <ac:spMk id="37" creationId="{00000000-0000-0000-0000-000000000000}"/>
          </ac:spMkLst>
        </pc:spChg>
        <pc:spChg chg="del">
          <ac:chgData name="Rajesh Sha" userId="S::rajesh.sha@servicestream.com.au::e5c330cc-b689-46e8-96b3-c9831a0eef2d" providerId="AD" clId="Web-{5CD517CF-875D-3112-A7D5-383A8AA705CE}" dt="2026-08-05T04:26:28.359" v="66"/>
          <ac:spMkLst>
            <pc:docMk/>
            <pc:sldMk cId="0" sldId="259"/>
            <ac:spMk id="38" creationId="{00000000-0000-0000-0000-000000000000}"/>
          </ac:spMkLst>
        </pc:spChg>
        <pc:spChg chg="del">
          <ac:chgData name="Rajesh Sha" userId="S::rajesh.sha@servicestream.com.au::e5c330cc-b689-46e8-96b3-c9831a0eef2d" providerId="AD" clId="Web-{5CD517CF-875D-3112-A7D5-383A8AA705CE}" dt="2026-08-05T04:26:28.359" v="65"/>
          <ac:spMkLst>
            <pc:docMk/>
            <pc:sldMk cId="0" sldId="259"/>
            <ac:spMk id="39" creationId="{00000000-0000-0000-0000-000000000000}"/>
          </ac:spMkLst>
        </pc:spChg>
        <pc:spChg chg="del">
          <ac:chgData name="Rajesh Sha" userId="S::rajesh.sha@servicestream.com.au::e5c330cc-b689-46e8-96b3-c9831a0eef2d" providerId="AD" clId="Web-{5CD517CF-875D-3112-A7D5-383A8AA705CE}" dt="2026-08-05T04:26:28.359" v="64"/>
          <ac:spMkLst>
            <pc:docMk/>
            <pc:sldMk cId="0" sldId="259"/>
            <ac:spMk id="40" creationId="{00000000-0000-0000-0000-000000000000}"/>
          </ac:spMkLst>
        </pc:spChg>
        <pc:spChg chg="del">
          <ac:chgData name="Rajesh Sha" userId="S::rajesh.sha@servicestream.com.au::e5c330cc-b689-46e8-96b3-c9831a0eef2d" providerId="AD" clId="Web-{5CD517CF-875D-3112-A7D5-383A8AA705CE}" dt="2026-08-05T04:26:28.359" v="63"/>
          <ac:spMkLst>
            <pc:docMk/>
            <pc:sldMk cId="0" sldId="259"/>
            <ac:spMk id="41" creationId="{00000000-0000-0000-0000-000000000000}"/>
          </ac:spMkLst>
        </pc:spChg>
        <pc:spChg chg="del">
          <ac:chgData name="Rajesh Sha" userId="S::rajesh.sha@servicestream.com.au::e5c330cc-b689-46e8-96b3-c9831a0eef2d" providerId="AD" clId="Web-{5CD517CF-875D-3112-A7D5-383A8AA705CE}" dt="2026-08-05T04:26:28.359" v="62"/>
          <ac:spMkLst>
            <pc:docMk/>
            <pc:sldMk cId="0" sldId="259"/>
            <ac:spMk id="42" creationId="{00000000-0000-0000-0000-000000000000}"/>
          </ac:spMkLst>
        </pc:spChg>
        <pc:spChg chg="del mod">
          <ac:chgData name="Rajesh Sha" userId="S::rajesh.sha@servicestream.com.au::e5c330cc-b689-46e8-96b3-c9831a0eef2d" providerId="AD" clId="Web-{5CD517CF-875D-3112-A7D5-383A8AA705CE}" dt="2026-08-05T04:25:54.561" v="51"/>
          <ac:spMkLst>
            <pc:docMk/>
            <pc:sldMk cId="0" sldId="259"/>
            <ac:spMk id="43" creationId="{00000000-0000-0000-0000-000000000000}"/>
          </ac:spMkLst>
        </pc:spChg>
        <pc:spChg chg="mod">
          <ac:chgData name="Rajesh Sha" userId="S::rajesh.sha@servicestream.com.au::e5c330cc-b689-46e8-96b3-c9831a0eef2d" providerId="AD" clId="Web-{5CD517CF-875D-3112-A7D5-383A8AA705CE}" dt="2026-08-05T04:26:01.483" v="53" actId="1076"/>
          <ac:spMkLst>
            <pc:docMk/>
            <pc:sldMk cId="0" sldId="259"/>
            <ac:spMk id="44" creationId="{00000000-0000-0000-0000-000000000000}"/>
          </ac:spMkLst>
        </pc:spChg>
        <pc:spChg chg="mod">
          <ac:chgData name="Rajesh Sha" userId="S::rajesh.sha@servicestream.com.au::e5c330cc-b689-46e8-96b3-c9831a0eef2d" providerId="AD" clId="Web-{5CD517CF-875D-3112-A7D5-383A8AA705CE}" dt="2026-08-05T04:25:58.217" v="52" actId="1076"/>
          <ac:spMkLst>
            <pc:docMk/>
            <pc:sldMk cId="0" sldId="259"/>
            <ac:spMk id="45" creationId="{00000000-0000-0000-0000-000000000000}"/>
          </ac:spMkLst>
        </pc:spChg>
        <pc:graphicFrameChg chg="add del mod">
          <ac:chgData name="Rajesh Sha" userId="S::rajesh.sha@servicestream.com.au::e5c330cc-b689-46e8-96b3-c9831a0eef2d" providerId="AD" clId="Web-{5CD517CF-875D-3112-A7D5-383A8AA705CE}" dt="2026-08-05T04:26:38.046" v="96"/>
          <ac:graphicFrameMkLst>
            <pc:docMk/>
            <pc:sldMk cId="0" sldId="259"/>
            <ac:graphicFrameMk id="47" creationId="{24A75247-C755-E38E-FA72-D32D316A9AC3}"/>
          </ac:graphicFrameMkLst>
        </pc:graphicFrameChg>
        <pc:graphicFrameChg chg="add mod modGraphic">
          <ac:chgData name="Rajesh Sha" userId="S::rajesh.sha@servicestream.com.au::e5c330cc-b689-46e8-96b3-c9831a0eef2d" providerId="AD" clId="Web-{5CD517CF-875D-3112-A7D5-383A8AA705CE}" dt="2026-08-05T04:27:27.111" v="120"/>
          <ac:graphicFrameMkLst>
            <pc:docMk/>
            <pc:sldMk cId="0" sldId="259"/>
            <ac:graphicFrameMk id="49" creationId="{653CAAB1-0E8C-B5C7-D7B1-8BF330EAB3A0}"/>
          </ac:graphicFrameMkLst>
        </pc:graphicFrameChg>
      </pc:sldChg>
      <pc:sldChg chg="del">
        <pc:chgData name="Rajesh Sha" userId="S::rajesh.sha@servicestream.com.au::e5c330cc-b689-46e8-96b3-c9831a0eef2d" providerId="AD" clId="Web-{5CD517CF-875D-3112-A7D5-383A8AA705CE}" dt="2026-08-05T04:23:36.602" v="22"/>
        <pc:sldMkLst>
          <pc:docMk/>
          <pc:sldMk cId="0" sldId="266"/>
        </pc:sldMkLst>
      </pc:sldChg>
      <pc:sldChg chg="modSp">
        <pc:chgData name="Rajesh Sha" userId="S::rajesh.sha@servicestream.com.au::e5c330cc-b689-46e8-96b3-c9831a0eef2d" providerId="AD" clId="Web-{5CD517CF-875D-3112-A7D5-383A8AA705CE}" dt="2026-08-05T04:23:16.945" v="21" actId="1076"/>
        <pc:sldMkLst>
          <pc:docMk/>
          <pc:sldMk cId="0" sldId="268"/>
        </pc:sldMkLst>
        <pc:spChg chg="mod">
          <ac:chgData name="Rajesh Sha" userId="S::rajesh.sha@servicestream.com.au::e5c330cc-b689-46e8-96b3-c9831a0eef2d" providerId="AD" clId="Web-{5CD517CF-875D-3112-A7D5-383A8AA705CE}" dt="2026-08-05T04:23:16.945" v="21" actId="1076"/>
          <ac:spMkLst>
            <pc:docMk/>
            <pc:sldMk cId="0" sldId="268"/>
            <ac:spMk id="17" creationId="{00000000-0000-0000-0000-000000000000}"/>
          </ac:spMkLst>
        </pc:spChg>
      </pc:sldChg>
      <pc:sldChg chg="modSp">
        <pc:chgData name="Rajesh Sha" userId="S::rajesh.sha@servicestream.com.au::e5c330cc-b689-46e8-96b3-c9831a0eef2d" providerId="AD" clId="Web-{5CD517CF-875D-3112-A7D5-383A8AA705CE}" dt="2026-08-05T04:22:43.303" v="20" actId="20577"/>
        <pc:sldMkLst>
          <pc:docMk/>
          <pc:sldMk cId="0" sldId="272"/>
        </pc:sldMkLst>
        <pc:spChg chg="mod">
          <ac:chgData name="Rajesh Sha" userId="S::rajesh.sha@servicestream.com.au::e5c330cc-b689-46e8-96b3-c9831a0eef2d" providerId="AD" clId="Web-{5CD517CF-875D-3112-A7D5-383A8AA705CE}" dt="2026-08-05T04:22:25.225" v="6" actId="20577"/>
          <ac:spMkLst>
            <pc:docMk/>
            <pc:sldMk cId="0" sldId="272"/>
            <ac:spMk id="3" creationId="{00000000-0000-0000-0000-000000000000}"/>
          </ac:spMkLst>
        </pc:spChg>
        <pc:spChg chg="mod">
          <ac:chgData name="Rajesh Sha" userId="S::rajesh.sha@servicestream.com.au::e5c330cc-b689-46e8-96b3-c9831a0eef2d" providerId="AD" clId="Web-{5CD517CF-875D-3112-A7D5-383A8AA705CE}" dt="2026-08-05T04:22:43.303" v="20" actId="20577"/>
          <ac:spMkLst>
            <pc:docMk/>
            <pc:sldMk cId="0" sldId="272"/>
            <ac:spMk id="20" creationId="{00000000-0000-0000-0000-000000000000}"/>
          </ac:spMkLst>
        </pc:spChg>
      </pc:sldChg>
    </pc:docChg>
  </pc:docChgLst>
  <pc:docChgLst>
    <pc:chgData name="Ian Gilmour" userId="S::ian.gilmour@servicestream.com.au::25df8426-2492-42db-98ed-afd3f53abe17" providerId="AD" clId="Web-{A3F6F8B2-65D1-CDB8-4DE0-90F5CA2D56A5}"/>
    <pc:docChg chg="mod">
      <pc:chgData name="Ian Gilmour" userId="S::ian.gilmour@servicestream.com.au::25df8426-2492-42db-98ed-afd3f53abe17" providerId="AD" clId="Web-{A3F6F8B2-65D1-CDB8-4DE0-90F5CA2D56A5}" dt="2026-08-05T02:22:04.696" v="0" actId="33475"/>
      <pc:docMkLst>
        <pc:docMk/>
      </pc:docMkLst>
    </pc:docChg>
  </pc:docChgLst>
  <pc:docChgLst>
    <pc:chgData name="Rajesh Sha" userId="S::rajesh.sha@servicestream.com.au::e5c330cc-b689-46e8-96b3-c9831a0eef2d" providerId="AD" clId="Web-{68B640BF-BC02-E784-8393-24E030D76623}"/>
    <pc:docChg chg="modSld">
      <pc:chgData name="Rajesh Sha" userId="S::rajesh.sha@servicestream.com.au::e5c330cc-b689-46e8-96b3-c9831a0eef2d" providerId="AD" clId="Web-{68B640BF-BC02-E784-8393-24E030D76623}" dt="2026-08-05T02:30:05.340" v="0" actId="1076"/>
      <pc:docMkLst>
        <pc:docMk/>
      </pc:docMkLst>
      <pc:sldChg chg="modSp">
        <pc:chgData name="Rajesh Sha" userId="S::rajesh.sha@servicestream.com.au::e5c330cc-b689-46e8-96b3-c9831a0eef2d" providerId="AD" clId="Web-{68B640BF-BC02-E784-8393-24E030D76623}" dt="2026-08-05T02:30:05.340" v="0" actId="1076"/>
        <pc:sldMkLst>
          <pc:docMk/>
          <pc:sldMk cId="0" sldId="265"/>
        </pc:sldMkLst>
        <pc:spChg chg="mod">
          <ac:chgData name="Rajesh Sha" userId="S::rajesh.sha@servicestream.com.au::e5c330cc-b689-46e8-96b3-c9831a0eef2d" providerId="AD" clId="Web-{68B640BF-BC02-E784-8393-24E030D76623}" dt="2026-08-05T02:30:05.340" v="0" actId="1076"/>
          <ac:spMkLst>
            <pc:docMk/>
            <pc:sldMk cId="0" sldId="265"/>
            <ac:spMk id="144" creationId="{00000000-0000-0000-0000-000000000000}"/>
          </ac:spMkLst>
        </pc:spChg>
      </pc:sldChg>
    </pc:docChg>
  </pc:docChgLst>
  <pc:docChgLst>
    <pc:chgData name="Rajesh Sha" userId="e5c330cc-b689-46e8-96b3-c9831a0eef2d" providerId="ADAL" clId="{66D4E6DF-50A5-459F-A2AB-EB2A579DE9F6}"/>
    <pc:docChg chg="undo redo custSel addSld delSld modSld sldOrd">
      <pc:chgData name="Rajesh Sha" userId="e5c330cc-b689-46e8-96b3-c9831a0eef2d" providerId="ADAL" clId="{66D4E6DF-50A5-459F-A2AB-EB2A579DE9F6}" dt="2026-08-05T06:28:32.076" v="870" actId="1076"/>
      <pc:docMkLst>
        <pc:docMk/>
      </pc:docMkLst>
      <pc:sldChg chg="modSp mod modNotesTx">
        <pc:chgData name="Rajesh Sha" userId="e5c330cc-b689-46e8-96b3-c9831a0eef2d" providerId="ADAL" clId="{66D4E6DF-50A5-459F-A2AB-EB2A579DE9F6}" dt="2026-08-05T05:09:16.773" v="806" actId="6549"/>
        <pc:sldMkLst>
          <pc:docMk/>
          <pc:sldMk cId="0" sldId="256"/>
        </pc:sldMkLst>
        <pc:spChg chg="mod">
          <ac:chgData name="Rajesh Sha" userId="e5c330cc-b689-46e8-96b3-c9831a0eef2d" providerId="ADAL" clId="{66D4E6DF-50A5-459F-A2AB-EB2A579DE9F6}" dt="2026-08-05T02:45:23.519" v="170" actId="27636"/>
          <ac:spMkLst>
            <pc:docMk/>
            <pc:sldMk cId="0" sldId="256"/>
            <ac:spMk id="6" creationId="{00000000-0000-0000-0000-000000000000}"/>
          </ac:spMkLst>
        </pc:spChg>
        <pc:spChg chg="mod">
          <ac:chgData name="Rajesh Sha" userId="e5c330cc-b689-46e8-96b3-c9831a0eef2d" providerId="ADAL" clId="{66D4E6DF-50A5-459F-A2AB-EB2A579DE9F6}" dt="2026-08-05T02:45:23.519" v="173" actId="27636"/>
          <ac:spMkLst>
            <pc:docMk/>
            <pc:sldMk cId="0" sldId="256"/>
            <ac:spMk id="7" creationId="{00000000-0000-0000-0000-000000000000}"/>
          </ac:spMkLst>
        </pc:spChg>
        <pc:spChg chg="mod">
          <ac:chgData name="Rajesh Sha" userId="e5c330cc-b689-46e8-96b3-c9831a0eef2d" providerId="ADAL" clId="{66D4E6DF-50A5-459F-A2AB-EB2A579DE9F6}" dt="2026-08-05T02:45:23.519" v="174" actId="27636"/>
          <ac:spMkLst>
            <pc:docMk/>
            <pc:sldMk cId="0" sldId="256"/>
            <ac:spMk id="8" creationId="{00000000-0000-0000-0000-000000000000}"/>
          </ac:spMkLst>
        </pc:spChg>
        <pc:spChg chg="mod">
          <ac:chgData name="Rajesh Sha" userId="e5c330cc-b689-46e8-96b3-c9831a0eef2d" providerId="ADAL" clId="{66D4E6DF-50A5-459F-A2AB-EB2A579DE9F6}" dt="2026-08-05T02:45:23.519" v="172" actId="27636"/>
          <ac:spMkLst>
            <pc:docMk/>
            <pc:sldMk cId="0" sldId="256"/>
            <ac:spMk id="9" creationId="{00000000-0000-0000-0000-000000000000}"/>
          </ac:spMkLst>
        </pc:spChg>
        <pc:spChg chg="mod">
          <ac:chgData name="Rajesh Sha" userId="e5c330cc-b689-46e8-96b3-c9831a0eef2d" providerId="ADAL" clId="{66D4E6DF-50A5-459F-A2AB-EB2A579DE9F6}" dt="2026-08-05T02:45:23.519" v="171" actId="27636"/>
          <ac:spMkLst>
            <pc:docMk/>
            <pc:sldMk cId="0" sldId="256"/>
            <ac:spMk id="10" creationId="{00000000-0000-0000-0000-000000000000}"/>
          </ac:spMkLst>
        </pc:spChg>
      </pc:sldChg>
      <pc:sldChg chg="modSp mod modNotesTx">
        <pc:chgData name="Rajesh Sha" userId="e5c330cc-b689-46e8-96b3-c9831a0eef2d" providerId="ADAL" clId="{66D4E6DF-50A5-459F-A2AB-EB2A579DE9F6}" dt="2026-08-05T05:03:34.451" v="749" actId="6549"/>
        <pc:sldMkLst>
          <pc:docMk/>
          <pc:sldMk cId="0" sldId="257"/>
        </pc:sldMkLst>
        <pc:spChg chg="mod">
          <ac:chgData name="Rajesh Sha" userId="e5c330cc-b689-46e8-96b3-c9831a0eef2d" providerId="ADAL" clId="{66D4E6DF-50A5-459F-A2AB-EB2A579DE9F6}" dt="2026-08-05T02:45:23.541" v="177" actId="27636"/>
          <ac:spMkLst>
            <pc:docMk/>
            <pc:sldMk cId="0" sldId="257"/>
            <ac:spMk id="3" creationId="{00000000-0000-0000-0000-000000000000}"/>
          </ac:spMkLst>
        </pc:spChg>
        <pc:spChg chg="mod">
          <ac:chgData name="Rajesh Sha" userId="e5c330cc-b689-46e8-96b3-c9831a0eef2d" providerId="ADAL" clId="{66D4E6DF-50A5-459F-A2AB-EB2A579DE9F6}" dt="2026-08-05T02:45:23.539" v="176" actId="27636"/>
          <ac:spMkLst>
            <pc:docMk/>
            <pc:sldMk cId="0" sldId="257"/>
            <ac:spMk id="5" creationId="{00000000-0000-0000-0000-000000000000}"/>
          </ac:spMkLst>
        </pc:spChg>
        <pc:spChg chg="mod">
          <ac:chgData name="Rajesh Sha" userId="e5c330cc-b689-46e8-96b3-c9831a0eef2d" providerId="ADAL" clId="{66D4E6DF-50A5-459F-A2AB-EB2A579DE9F6}" dt="2026-08-05T02:45:23.534" v="175" actId="27636"/>
          <ac:spMkLst>
            <pc:docMk/>
            <pc:sldMk cId="0" sldId="257"/>
            <ac:spMk id="6" creationId="{00000000-0000-0000-0000-000000000000}"/>
          </ac:spMkLst>
        </pc:spChg>
      </pc:sldChg>
      <pc:sldChg chg="modSp mod modNotesTx">
        <pc:chgData name="Rajesh Sha" userId="e5c330cc-b689-46e8-96b3-c9831a0eef2d" providerId="ADAL" clId="{66D4E6DF-50A5-459F-A2AB-EB2A579DE9F6}" dt="2026-08-05T05:03:37.466" v="750" actId="6549"/>
        <pc:sldMkLst>
          <pc:docMk/>
          <pc:sldMk cId="0" sldId="258"/>
        </pc:sldMkLst>
        <pc:spChg chg="mod">
          <ac:chgData name="Rajesh Sha" userId="e5c330cc-b689-46e8-96b3-c9831a0eef2d" providerId="ADAL" clId="{66D4E6DF-50A5-459F-A2AB-EB2A579DE9F6}" dt="2026-08-05T02:45:23.556" v="184" actId="27636"/>
          <ac:spMkLst>
            <pc:docMk/>
            <pc:sldMk cId="0" sldId="258"/>
            <ac:spMk id="3" creationId="{00000000-0000-0000-0000-000000000000}"/>
          </ac:spMkLst>
        </pc:spChg>
        <pc:spChg chg="mod">
          <ac:chgData name="Rajesh Sha" userId="e5c330cc-b689-46e8-96b3-c9831a0eef2d" providerId="ADAL" clId="{66D4E6DF-50A5-459F-A2AB-EB2A579DE9F6}" dt="2026-08-05T02:45:23.566" v="187" actId="27636"/>
          <ac:spMkLst>
            <pc:docMk/>
            <pc:sldMk cId="0" sldId="258"/>
            <ac:spMk id="4" creationId="{00000000-0000-0000-0000-000000000000}"/>
          </ac:spMkLst>
        </pc:spChg>
        <pc:spChg chg="mod">
          <ac:chgData name="Rajesh Sha" userId="e5c330cc-b689-46e8-96b3-c9831a0eef2d" providerId="ADAL" clId="{66D4E6DF-50A5-459F-A2AB-EB2A579DE9F6}" dt="2026-08-05T02:45:23.556" v="186" actId="27636"/>
          <ac:spMkLst>
            <pc:docMk/>
            <pc:sldMk cId="0" sldId="258"/>
            <ac:spMk id="7" creationId="{00000000-0000-0000-0000-000000000000}"/>
          </ac:spMkLst>
        </pc:spChg>
        <pc:spChg chg="mod">
          <ac:chgData name="Rajesh Sha" userId="e5c330cc-b689-46e8-96b3-c9831a0eef2d" providerId="ADAL" clId="{66D4E6DF-50A5-459F-A2AB-EB2A579DE9F6}" dt="2026-08-05T02:45:23.566" v="188" actId="27636"/>
          <ac:spMkLst>
            <pc:docMk/>
            <pc:sldMk cId="0" sldId="258"/>
            <ac:spMk id="8" creationId="{00000000-0000-0000-0000-000000000000}"/>
          </ac:spMkLst>
        </pc:spChg>
        <pc:spChg chg="mod">
          <ac:chgData name="Rajesh Sha" userId="e5c330cc-b689-46e8-96b3-c9831a0eef2d" providerId="ADAL" clId="{66D4E6DF-50A5-459F-A2AB-EB2A579DE9F6}" dt="2026-08-05T02:45:23.545" v="178" actId="27636"/>
          <ac:spMkLst>
            <pc:docMk/>
            <pc:sldMk cId="0" sldId="258"/>
            <ac:spMk id="10" creationId="{00000000-0000-0000-0000-000000000000}"/>
          </ac:spMkLst>
        </pc:spChg>
        <pc:spChg chg="mod">
          <ac:chgData name="Rajesh Sha" userId="e5c330cc-b689-46e8-96b3-c9831a0eef2d" providerId="ADAL" clId="{66D4E6DF-50A5-459F-A2AB-EB2A579DE9F6}" dt="2026-08-05T02:45:23.566" v="190" actId="27636"/>
          <ac:spMkLst>
            <pc:docMk/>
            <pc:sldMk cId="0" sldId="258"/>
            <ac:spMk id="11" creationId="{00000000-0000-0000-0000-000000000000}"/>
          </ac:spMkLst>
        </pc:spChg>
        <pc:spChg chg="mod">
          <ac:chgData name="Rajesh Sha" userId="e5c330cc-b689-46e8-96b3-c9831a0eef2d" providerId="ADAL" clId="{66D4E6DF-50A5-459F-A2AB-EB2A579DE9F6}" dt="2026-08-05T02:45:23.550" v="180" actId="27636"/>
          <ac:spMkLst>
            <pc:docMk/>
            <pc:sldMk cId="0" sldId="258"/>
            <ac:spMk id="13" creationId="{00000000-0000-0000-0000-000000000000}"/>
          </ac:spMkLst>
        </pc:spChg>
        <pc:spChg chg="mod">
          <ac:chgData name="Rajesh Sha" userId="e5c330cc-b689-46e8-96b3-c9831a0eef2d" providerId="ADAL" clId="{66D4E6DF-50A5-459F-A2AB-EB2A579DE9F6}" dt="2026-08-05T02:45:23.545" v="179" actId="27636"/>
          <ac:spMkLst>
            <pc:docMk/>
            <pc:sldMk cId="0" sldId="258"/>
            <ac:spMk id="14" creationId="{00000000-0000-0000-0000-000000000000}"/>
          </ac:spMkLst>
        </pc:spChg>
        <pc:spChg chg="mod">
          <ac:chgData name="Rajesh Sha" userId="e5c330cc-b689-46e8-96b3-c9831a0eef2d" providerId="ADAL" clId="{66D4E6DF-50A5-459F-A2AB-EB2A579DE9F6}" dt="2026-08-05T02:45:23.556" v="181" actId="27636"/>
          <ac:spMkLst>
            <pc:docMk/>
            <pc:sldMk cId="0" sldId="258"/>
            <ac:spMk id="16" creationId="{00000000-0000-0000-0000-000000000000}"/>
          </ac:spMkLst>
        </pc:spChg>
        <pc:spChg chg="mod">
          <ac:chgData name="Rajesh Sha" userId="e5c330cc-b689-46e8-96b3-c9831a0eef2d" providerId="ADAL" clId="{66D4E6DF-50A5-459F-A2AB-EB2A579DE9F6}" dt="2026-08-05T02:45:23.556" v="185" actId="27636"/>
          <ac:spMkLst>
            <pc:docMk/>
            <pc:sldMk cId="0" sldId="258"/>
            <ac:spMk id="19" creationId="{00000000-0000-0000-0000-000000000000}"/>
          </ac:spMkLst>
        </pc:spChg>
        <pc:spChg chg="mod">
          <ac:chgData name="Rajesh Sha" userId="e5c330cc-b689-46e8-96b3-c9831a0eef2d" providerId="ADAL" clId="{66D4E6DF-50A5-459F-A2AB-EB2A579DE9F6}" dt="2026-08-05T02:45:23.566" v="189" actId="27636"/>
          <ac:spMkLst>
            <pc:docMk/>
            <pc:sldMk cId="0" sldId="258"/>
            <ac:spMk id="20" creationId="{00000000-0000-0000-0000-000000000000}"/>
          </ac:spMkLst>
        </pc:spChg>
        <pc:spChg chg="mod">
          <ac:chgData name="Rajesh Sha" userId="e5c330cc-b689-46e8-96b3-c9831a0eef2d" providerId="ADAL" clId="{66D4E6DF-50A5-459F-A2AB-EB2A579DE9F6}" dt="2026-08-05T02:45:23.556" v="182" actId="27636"/>
          <ac:spMkLst>
            <pc:docMk/>
            <pc:sldMk cId="0" sldId="258"/>
            <ac:spMk id="22" creationId="{00000000-0000-0000-0000-000000000000}"/>
          </ac:spMkLst>
        </pc:spChg>
        <pc:spChg chg="mod">
          <ac:chgData name="Rajesh Sha" userId="e5c330cc-b689-46e8-96b3-c9831a0eef2d" providerId="ADAL" clId="{66D4E6DF-50A5-459F-A2AB-EB2A579DE9F6}" dt="2026-08-05T02:45:23.556" v="183" actId="27636"/>
          <ac:spMkLst>
            <pc:docMk/>
            <pc:sldMk cId="0" sldId="258"/>
            <ac:spMk id="23" creationId="{00000000-0000-0000-0000-000000000000}"/>
          </ac:spMkLst>
        </pc:spChg>
        <pc:spChg chg="mod">
          <ac:chgData name="Rajesh Sha" userId="e5c330cc-b689-46e8-96b3-c9831a0eef2d" providerId="ADAL" clId="{66D4E6DF-50A5-459F-A2AB-EB2A579DE9F6}" dt="2026-08-05T02:45:23.566" v="191" actId="27636"/>
          <ac:spMkLst>
            <pc:docMk/>
            <pc:sldMk cId="0" sldId="258"/>
            <ac:spMk id="25" creationId="{00000000-0000-0000-0000-000000000000}"/>
          </ac:spMkLst>
        </pc:spChg>
      </pc:sldChg>
      <pc:sldChg chg="modSp add del mod modNotesTx">
        <pc:chgData name="Rajesh Sha" userId="e5c330cc-b689-46e8-96b3-c9831a0eef2d" providerId="ADAL" clId="{66D4E6DF-50A5-459F-A2AB-EB2A579DE9F6}" dt="2026-08-05T05:08:40.900" v="805" actId="47"/>
        <pc:sldMkLst>
          <pc:docMk/>
          <pc:sldMk cId="0" sldId="259"/>
        </pc:sldMkLst>
        <pc:spChg chg="mod">
          <ac:chgData name="Rajesh Sha" userId="e5c330cc-b689-46e8-96b3-c9831a0eef2d" providerId="ADAL" clId="{66D4E6DF-50A5-459F-A2AB-EB2A579DE9F6}" dt="2026-08-05T02:45:23.638" v="197" actId="27636"/>
          <ac:spMkLst>
            <pc:docMk/>
            <pc:sldMk cId="0" sldId="259"/>
            <ac:spMk id="3" creationId="{00000000-0000-0000-0000-000000000000}"/>
          </ac:spMkLst>
        </pc:spChg>
        <pc:spChg chg="mod">
          <ac:chgData name="Rajesh Sha" userId="e5c330cc-b689-46e8-96b3-c9831a0eef2d" providerId="ADAL" clId="{66D4E6DF-50A5-459F-A2AB-EB2A579DE9F6}" dt="2026-08-05T02:45:23.638" v="199" actId="27636"/>
          <ac:spMkLst>
            <pc:docMk/>
            <pc:sldMk cId="0" sldId="259"/>
            <ac:spMk id="4" creationId="{00000000-0000-0000-0000-000000000000}"/>
          </ac:spMkLst>
        </pc:spChg>
        <pc:spChg chg="mod">
          <ac:chgData name="Rajesh Sha" userId="e5c330cc-b689-46e8-96b3-c9831a0eef2d" providerId="ADAL" clId="{66D4E6DF-50A5-459F-A2AB-EB2A579DE9F6}" dt="2026-08-05T02:45:23.645" v="201" actId="27636"/>
          <ac:spMkLst>
            <pc:docMk/>
            <pc:sldMk cId="0" sldId="259"/>
            <ac:spMk id="10" creationId="{00000000-0000-0000-0000-000000000000}"/>
          </ac:spMkLst>
        </pc:spChg>
        <pc:spChg chg="mod">
          <ac:chgData name="Rajesh Sha" userId="e5c330cc-b689-46e8-96b3-c9831a0eef2d" providerId="ADAL" clId="{66D4E6DF-50A5-459F-A2AB-EB2A579DE9F6}" dt="2026-08-05T02:45:23.629" v="196" actId="27636"/>
          <ac:spMkLst>
            <pc:docMk/>
            <pc:sldMk cId="0" sldId="259"/>
            <ac:spMk id="18" creationId="{00000000-0000-0000-0000-000000000000}"/>
          </ac:spMkLst>
        </pc:spChg>
        <pc:spChg chg="mod">
          <ac:chgData name="Rajesh Sha" userId="e5c330cc-b689-46e8-96b3-c9831a0eef2d" providerId="ADAL" clId="{66D4E6DF-50A5-459F-A2AB-EB2A579DE9F6}" dt="2026-08-05T02:45:23.621" v="193" actId="27636"/>
          <ac:spMkLst>
            <pc:docMk/>
            <pc:sldMk cId="0" sldId="259"/>
            <ac:spMk id="22" creationId="{00000000-0000-0000-0000-000000000000}"/>
          </ac:spMkLst>
        </pc:spChg>
        <pc:spChg chg="mod">
          <ac:chgData name="Rajesh Sha" userId="e5c330cc-b689-46e8-96b3-c9831a0eef2d" providerId="ADAL" clId="{66D4E6DF-50A5-459F-A2AB-EB2A579DE9F6}" dt="2026-08-05T02:45:23.638" v="198" actId="27636"/>
          <ac:spMkLst>
            <pc:docMk/>
            <pc:sldMk cId="0" sldId="259"/>
            <ac:spMk id="24" creationId="{00000000-0000-0000-0000-000000000000}"/>
          </ac:spMkLst>
        </pc:spChg>
        <pc:spChg chg="mod">
          <ac:chgData name="Rajesh Sha" userId="e5c330cc-b689-46e8-96b3-c9831a0eef2d" providerId="ADAL" clId="{66D4E6DF-50A5-459F-A2AB-EB2A579DE9F6}" dt="2026-08-05T02:45:23.621" v="192" actId="27636"/>
          <ac:spMkLst>
            <pc:docMk/>
            <pc:sldMk cId="0" sldId="259"/>
            <ac:spMk id="28" creationId="{00000000-0000-0000-0000-000000000000}"/>
          </ac:spMkLst>
        </pc:spChg>
        <pc:spChg chg="mod">
          <ac:chgData name="Rajesh Sha" userId="e5c330cc-b689-46e8-96b3-c9831a0eef2d" providerId="ADAL" clId="{66D4E6DF-50A5-459F-A2AB-EB2A579DE9F6}" dt="2026-08-05T02:45:23.645" v="203" actId="27636"/>
          <ac:spMkLst>
            <pc:docMk/>
            <pc:sldMk cId="0" sldId="259"/>
            <ac:spMk id="30" creationId="{00000000-0000-0000-0000-000000000000}"/>
          </ac:spMkLst>
        </pc:spChg>
        <pc:spChg chg="mod">
          <ac:chgData name="Rajesh Sha" userId="e5c330cc-b689-46e8-96b3-c9831a0eef2d" providerId="ADAL" clId="{66D4E6DF-50A5-459F-A2AB-EB2A579DE9F6}" dt="2026-08-05T02:45:23.654" v="204" actId="27636"/>
          <ac:spMkLst>
            <pc:docMk/>
            <pc:sldMk cId="0" sldId="259"/>
            <ac:spMk id="34" creationId="{00000000-0000-0000-0000-000000000000}"/>
          </ac:spMkLst>
        </pc:spChg>
        <pc:spChg chg="mod">
          <ac:chgData name="Rajesh Sha" userId="e5c330cc-b689-46e8-96b3-c9831a0eef2d" providerId="ADAL" clId="{66D4E6DF-50A5-459F-A2AB-EB2A579DE9F6}" dt="2026-08-05T02:45:23.645" v="202" actId="27636"/>
          <ac:spMkLst>
            <pc:docMk/>
            <pc:sldMk cId="0" sldId="259"/>
            <ac:spMk id="36" creationId="{00000000-0000-0000-0000-000000000000}"/>
          </ac:spMkLst>
        </pc:spChg>
        <pc:spChg chg="mod">
          <ac:chgData name="Rajesh Sha" userId="e5c330cc-b689-46e8-96b3-c9831a0eef2d" providerId="ADAL" clId="{66D4E6DF-50A5-459F-A2AB-EB2A579DE9F6}" dt="2026-08-05T02:45:23.656" v="205" actId="27636"/>
          <ac:spMkLst>
            <pc:docMk/>
            <pc:sldMk cId="0" sldId="259"/>
            <ac:spMk id="38" creationId="{00000000-0000-0000-0000-000000000000}"/>
          </ac:spMkLst>
        </pc:spChg>
        <pc:spChg chg="mod">
          <ac:chgData name="Rajesh Sha" userId="e5c330cc-b689-46e8-96b3-c9831a0eef2d" providerId="ADAL" clId="{66D4E6DF-50A5-459F-A2AB-EB2A579DE9F6}" dt="2026-08-05T02:45:23.656" v="206" actId="27636"/>
          <ac:spMkLst>
            <pc:docMk/>
            <pc:sldMk cId="0" sldId="259"/>
            <ac:spMk id="40" creationId="{00000000-0000-0000-0000-000000000000}"/>
          </ac:spMkLst>
        </pc:spChg>
        <pc:spChg chg="mod">
          <ac:chgData name="Rajesh Sha" userId="e5c330cc-b689-46e8-96b3-c9831a0eef2d" providerId="ADAL" clId="{66D4E6DF-50A5-459F-A2AB-EB2A579DE9F6}" dt="2026-08-05T02:45:23.621" v="194" actId="27636"/>
          <ac:spMkLst>
            <pc:docMk/>
            <pc:sldMk cId="0" sldId="259"/>
            <ac:spMk id="42" creationId="{00000000-0000-0000-0000-000000000000}"/>
          </ac:spMkLst>
        </pc:spChg>
        <pc:spChg chg="mod">
          <ac:chgData name="Rajesh Sha" userId="e5c330cc-b689-46e8-96b3-c9831a0eef2d" providerId="ADAL" clId="{66D4E6DF-50A5-459F-A2AB-EB2A579DE9F6}" dt="2026-08-05T04:27:58.993" v="484" actId="1076"/>
          <ac:spMkLst>
            <pc:docMk/>
            <pc:sldMk cId="0" sldId="259"/>
            <ac:spMk id="44" creationId="{00000000-0000-0000-0000-000000000000}"/>
          </ac:spMkLst>
        </pc:spChg>
        <pc:spChg chg="mod">
          <ac:chgData name="Rajesh Sha" userId="e5c330cc-b689-46e8-96b3-c9831a0eef2d" providerId="ADAL" clId="{66D4E6DF-50A5-459F-A2AB-EB2A579DE9F6}" dt="2026-08-05T04:28:02.370" v="485" actId="1076"/>
          <ac:spMkLst>
            <pc:docMk/>
            <pc:sldMk cId="0" sldId="259"/>
            <ac:spMk id="45" creationId="{00000000-0000-0000-0000-000000000000}"/>
          </ac:spMkLst>
        </pc:spChg>
        <pc:graphicFrameChg chg="mod modGraphic">
          <ac:chgData name="Rajesh Sha" userId="e5c330cc-b689-46e8-96b3-c9831a0eef2d" providerId="ADAL" clId="{66D4E6DF-50A5-459F-A2AB-EB2A579DE9F6}" dt="2026-08-05T04:29:51.187" v="491" actId="403"/>
          <ac:graphicFrameMkLst>
            <pc:docMk/>
            <pc:sldMk cId="0" sldId="259"/>
            <ac:graphicFrameMk id="49" creationId="{653CAAB1-0E8C-B5C7-D7B1-8BF330EAB3A0}"/>
          </ac:graphicFrameMkLst>
        </pc:graphicFrameChg>
      </pc:sldChg>
      <pc:sldChg chg="modSp mod modNotesTx">
        <pc:chgData name="Rajesh Sha" userId="e5c330cc-b689-46e8-96b3-c9831a0eef2d" providerId="ADAL" clId="{66D4E6DF-50A5-459F-A2AB-EB2A579DE9F6}" dt="2026-08-05T05:11:55.178" v="831" actId="1076"/>
        <pc:sldMkLst>
          <pc:docMk/>
          <pc:sldMk cId="0" sldId="260"/>
        </pc:sldMkLst>
        <pc:spChg chg="mod">
          <ac:chgData name="Rajesh Sha" userId="e5c330cc-b689-46e8-96b3-c9831a0eef2d" providerId="ADAL" clId="{66D4E6DF-50A5-459F-A2AB-EB2A579DE9F6}" dt="2026-08-05T02:45:23.705" v="217" actId="27636"/>
          <ac:spMkLst>
            <pc:docMk/>
            <pc:sldMk cId="0" sldId="260"/>
            <ac:spMk id="3" creationId="{00000000-0000-0000-0000-000000000000}"/>
          </ac:spMkLst>
        </pc:spChg>
        <pc:spChg chg="mod">
          <ac:chgData name="Rajesh Sha" userId="e5c330cc-b689-46e8-96b3-c9831a0eef2d" providerId="ADAL" clId="{66D4E6DF-50A5-459F-A2AB-EB2A579DE9F6}" dt="2026-08-05T02:45:23.679" v="210" actId="27636"/>
          <ac:spMkLst>
            <pc:docMk/>
            <pc:sldMk cId="0" sldId="260"/>
            <ac:spMk id="7" creationId="{00000000-0000-0000-0000-000000000000}"/>
          </ac:spMkLst>
        </pc:spChg>
        <pc:spChg chg="mod">
          <ac:chgData name="Rajesh Sha" userId="e5c330cc-b689-46e8-96b3-c9831a0eef2d" providerId="ADAL" clId="{66D4E6DF-50A5-459F-A2AB-EB2A579DE9F6}" dt="2026-08-05T05:11:55.178" v="831" actId="1076"/>
          <ac:spMkLst>
            <pc:docMk/>
            <pc:sldMk cId="0" sldId="260"/>
            <ac:spMk id="9" creationId="{00000000-0000-0000-0000-000000000000}"/>
          </ac:spMkLst>
        </pc:spChg>
        <pc:spChg chg="mod">
          <ac:chgData name="Rajesh Sha" userId="e5c330cc-b689-46e8-96b3-c9831a0eef2d" providerId="ADAL" clId="{66D4E6DF-50A5-459F-A2AB-EB2A579DE9F6}" dt="2026-08-05T02:45:23.705" v="218" actId="27636"/>
          <ac:spMkLst>
            <pc:docMk/>
            <pc:sldMk cId="0" sldId="260"/>
            <ac:spMk id="11" creationId="{00000000-0000-0000-0000-000000000000}"/>
          </ac:spMkLst>
        </pc:spChg>
        <pc:spChg chg="mod">
          <ac:chgData name="Rajesh Sha" userId="e5c330cc-b689-46e8-96b3-c9831a0eef2d" providerId="ADAL" clId="{66D4E6DF-50A5-459F-A2AB-EB2A579DE9F6}" dt="2026-08-05T02:45:23.695" v="214" actId="27636"/>
          <ac:spMkLst>
            <pc:docMk/>
            <pc:sldMk cId="0" sldId="260"/>
            <ac:spMk id="13" creationId="{00000000-0000-0000-0000-000000000000}"/>
          </ac:spMkLst>
        </pc:spChg>
        <pc:spChg chg="mod">
          <ac:chgData name="Rajesh Sha" userId="e5c330cc-b689-46e8-96b3-c9831a0eef2d" providerId="ADAL" clId="{66D4E6DF-50A5-459F-A2AB-EB2A579DE9F6}" dt="2026-08-05T02:45:23.695" v="215" actId="27636"/>
          <ac:spMkLst>
            <pc:docMk/>
            <pc:sldMk cId="0" sldId="260"/>
            <ac:spMk id="15" creationId="{00000000-0000-0000-0000-000000000000}"/>
          </ac:spMkLst>
        </pc:spChg>
        <pc:spChg chg="mod">
          <ac:chgData name="Rajesh Sha" userId="e5c330cc-b689-46e8-96b3-c9831a0eef2d" providerId="ADAL" clId="{66D4E6DF-50A5-459F-A2AB-EB2A579DE9F6}" dt="2026-08-05T02:45:23.702" v="216" actId="27636"/>
          <ac:spMkLst>
            <pc:docMk/>
            <pc:sldMk cId="0" sldId="260"/>
            <ac:spMk id="17" creationId="{00000000-0000-0000-0000-000000000000}"/>
          </ac:spMkLst>
        </pc:spChg>
        <pc:spChg chg="mod">
          <ac:chgData name="Rajesh Sha" userId="e5c330cc-b689-46e8-96b3-c9831a0eef2d" providerId="ADAL" clId="{66D4E6DF-50A5-459F-A2AB-EB2A579DE9F6}" dt="2026-08-05T02:45:23.720" v="223" actId="27636"/>
          <ac:spMkLst>
            <pc:docMk/>
            <pc:sldMk cId="0" sldId="260"/>
            <ac:spMk id="19" creationId="{00000000-0000-0000-0000-000000000000}"/>
          </ac:spMkLst>
        </pc:spChg>
        <pc:spChg chg="mod">
          <ac:chgData name="Rajesh Sha" userId="e5c330cc-b689-46e8-96b3-c9831a0eef2d" providerId="ADAL" clId="{66D4E6DF-50A5-459F-A2AB-EB2A579DE9F6}" dt="2026-08-05T02:45:23.712" v="221" actId="27636"/>
          <ac:spMkLst>
            <pc:docMk/>
            <pc:sldMk cId="0" sldId="260"/>
            <ac:spMk id="21" creationId="{00000000-0000-0000-0000-000000000000}"/>
          </ac:spMkLst>
        </pc:spChg>
        <pc:spChg chg="mod">
          <ac:chgData name="Rajesh Sha" userId="e5c330cc-b689-46e8-96b3-c9831a0eef2d" providerId="ADAL" clId="{66D4E6DF-50A5-459F-A2AB-EB2A579DE9F6}" dt="2026-08-05T02:45:23.720" v="224" actId="27636"/>
          <ac:spMkLst>
            <pc:docMk/>
            <pc:sldMk cId="0" sldId="260"/>
            <ac:spMk id="23" creationId="{00000000-0000-0000-0000-000000000000}"/>
          </ac:spMkLst>
        </pc:spChg>
        <pc:spChg chg="mod">
          <ac:chgData name="Rajesh Sha" userId="e5c330cc-b689-46e8-96b3-c9831a0eef2d" providerId="ADAL" clId="{66D4E6DF-50A5-459F-A2AB-EB2A579DE9F6}" dt="2026-08-05T02:45:23.687" v="212" actId="27636"/>
          <ac:spMkLst>
            <pc:docMk/>
            <pc:sldMk cId="0" sldId="260"/>
            <ac:spMk id="25" creationId="{00000000-0000-0000-0000-000000000000}"/>
          </ac:spMkLst>
        </pc:spChg>
        <pc:spChg chg="mod">
          <ac:chgData name="Rajesh Sha" userId="e5c330cc-b689-46e8-96b3-c9831a0eef2d" providerId="ADAL" clId="{66D4E6DF-50A5-459F-A2AB-EB2A579DE9F6}" dt="2026-08-05T02:45:23.693" v="213" actId="27636"/>
          <ac:spMkLst>
            <pc:docMk/>
            <pc:sldMk cId="0" sldId="260"/>
            <ac:spMk id="27" creationId="{00000000-0000-0000-0000-000000000000}"/>
          </ac:spMkLst>
        </pc:spChg>
        <pc:spChg chg="mod">
          <ac:chgData name="Rajesh Sha" userId="e5c330cc-b689-46e8-96b3-c9831a0eef2d" providerId="ADAL" clId="{66D4E6DF-50A5-459F-A2AB-EB2A579DE9F6}" dt="2026-08-05T02:45:23.712" v="220" actId="27636"/>
          <ac:spMkLst>
            <pc:docMk/>
            <pc:sldMk cId="0" sldId="260"/>
            <ac:spMk id="29" creationId="{00000000-0000-0000-0000-000000000000}"/>
          </ac:spMkLst>
        </pc:spChg>
        <pc:spChg chg="mod">
          <ac:chgData name="Rajesh Sha" userId="e5c330cc-b689-46e8-96b3-c9831a0eef2d" providerId="ADAL" clId="{66D4E6DF-50A5-459F-A2AB-EB2A579DE9F6}" dt="2026-08-05T02:45:23.709" v="219" actId="27636"/>
          <ac:spMkLst>
            <pc:docMk/>
            <pc:sldMk cId="0" sldId="260"/>
            <ac:spMk id="31" creationId="{00000000-0000-0000-0000-000000000000}"/>
          </ac:spMkLst>
        </pc:spChg>
        <pc:spChg chg="mod">
          <ac:chgData name="Rajesh Sha" userId="e5c330cc-b689-46e8-96b3-c9831a0eef2d" providerId="ADAL" clId="{66D4E6DF-50A5-459F-A2AB-EB2A579DE9F6}" dt="2026-08-05T02:45:23.716" v="222" actId="27636"/>
          <ac:spMkLst>
            <pc:docMk/>
            <pc:sldMk cId="0" sldId="260"/>
            <ac:spMk id="33" creationId="{00000000-0000-0000-0000-000000000000}"/>
          </ac:spMkLst>
        </pc:spChg>
        <pc:spChg chg="mod">
          <ac:chgData name="Rajesh Sha" userId="e5c330cc-b689-46e8-96b3-c9831a0eef2d" providerId="ADAL" clId="{66D4E6DF-50A5-459F-A2AB-EB2A579DE9F6}" dt="2026-08-05T02:45:23.739" v="231" actId="27636"/>
          <ac:spMkLst>
            <pc:docMk/>
            <pc:sldMk cId="0" sldId="260"/>
            <ac:spMk id="35" creationId="{00000000-0000-0000-0000-000000000000}"/>
          </ac:spMkLst>
        </pc:spChg>
        <pc:spChg chg="mod">
          <ac:chgData name="Rajesh Sha" userId="e5c330cc-b689-46e8-96b3-c9831a0eef2d" providerId="ADAL" clId="{66D4E6DF-50A5-459F-A2AB-EB2A579DE9F6}" dt="2026-08-05T02:45:23.670" v="207" actId="27636"/>
          <ac:spMkLst>
            <pc:docMk/>
            <pc:sldMk cId="0" sldId="260"/>
            <ac:spMk id="37" creationId="{00000000-0000-0000-0000-000000000000}"/>
          </ac:spMkLst>
        </pc:spChg>
        <pc:spChg chg="mod">
          <ac:chgData name="Rajesh Sha" userId="e5c330cc-b689-46e8-96b3-c9831a0eef2d" providerId="ADAL" clId="{66D4E6DF-50A5-459F-A2AB-EB2A579DE9F6}" dt="2026-08-05T02:45:23.728" v="227" actId="27636"/>
          <ac:spMkLst>
            <pc:docMk/>
            <pc:sldMk cId="0" sldId="260"/>
            <ac:spMk id="39" creationId="{00000000-0000-0000-0000-000000000000}"/>
          </ac:spMkLst>
        </pc:spChg>
        <pc:spChg chg="mod">
          <ac:chgData name="Rajesh Sha" userId="e5c330cc-b689-46e8-96b3-c9831a0eef2d" providerId="ADAL" clId="{66D4E6DF-50A5-459F-A2AB-EB2A579DE9F6}" dt="2026-08-05T02:45:23.728" v="228" actId="27636"/>
          <ac:spMkLst>
            <pc:docMk/>
            <pc:sldMk cId="0" sldId="260"/>
            <ac:spMk id="41" creationId="{00000000-0000-0000-0000-000000000000}"/>
          </ac:spMkLst>
        </pc:spChg>
        <pc:spChg chg="mod">
          <ac:chgData name="Rajesh Sha" userId="e5c330cc-b689-46e8-96b3-c9831a0eef2d" providerId="ADAL" clId="{66D4E6DF-50A5-459F-A2AB-EB2A579DE9F6}" dt="2026-08-05T02:45:23.728" v="226" actId="27636"/>
          <ac:spMkLst>
            <pc:docMk/>
            <pc:sldMk cId="0" sldId="260"/>
            <ac:spMk id="43" creationId="{00000000-0000-0000-0000-000000000000}"/>
          </ac:spMkLst>
        </pc:spChg>
        <pc:spChg chg="mod">
          <ac:chgData name="Rajesh Sha" userId="e5c330cc-b689-46e8-96b3-c9831a0eef2d" providerId="ADAL" clId="{66D4E6DF-50A5-459F-A2AB-EB2A579DE9F6}" dt="2026-08-05T02:45:23.728" v="229" actId="27636"/>
          <ac:spMkLst>
            <pc:docMk/>
            <pc:sldMk cId="0" sldId="260"/>
            <ac:spMk id="45" creationId="{00000000-0000-0000-0000-000000000000}"/>
          </ac:spMkLst>
        </pc:spChg>
        <pc:spChg chg="mod">
          <ac:chgData name="Rajesh Sha" userId="e5c330cc-b689-46e8-96b3-c9831a0eef2d" providerId="ADAL" clId="{66D4E6DF-50A5-459F-A2AB-EB2A579DE9F6}" dt="2026-08-05T02:45:23.670" v="208" actId="27636"/>
          <ac:spMkLst>
            <pc:docMk/>
            <pc:sldMk cId="0" sldId="260"/>
            <ac:spMk id="47" creationId="{00000000-0000-0000-0000-000000000000}"/>
          </ac:spMkLst>
        </pc:spChg>
        <pc:spChg chg="mod">
          <ac:chgData name="Rajesh Sha" userId="e5c330cc-b689-46e8-96b3-c9831a0eef2d" providerId="ADAL" clId="{66D4E6DF-50A5-459F-A2AB-EB2A579DE9F6}" dt="2026-08-05T02:45:23.677" v="209" actId="27636"/>
          <ac:spMkLst>
            <pc:docMk/>
            <pc:sldMk cId="0" sldId="260"/>
            <ac:spMk id="49" creationId="{00000000-0000-0000-0000-000000000000}"/>
          </ac:spMkLst>
        </pc:spChg>
        <pc:spChg chg="mod">
          <ac:chgData name="Rajesh Sha" userId="e5c330cc-b689-46e8-96b3-c9831a0eef2d" providerId="ADAL" clId="{66D4E6DF-50A5-459F-A2AB-EB2A579DE9F6}" dt="2026-08-05T02:45:23.724" v="225" actId="27636"/>
          <ac:spMkLst>
            <pc:docMk/>
            <pc:sldMk cId="0" sldId="260"/>
            <ac:spMk id="51" creationId="{00000000-0000-0000-0000-000000000000}"/>
          </ac:spMkLst>
        </pc:spChg>
        <pc:spChg chg="mod">
          <ac:chgData name="Rajesh Sha" userId="e5c330cc-b689-46e8-96b3-c9831a0eef2d" providerId="ADAL" clId="{66D4E6DF-50A5-459F-A2AB-EB2A579DE9F6}" dt="2026-08-05T02:45:23.728" v="230" actId="27636"/>
          <ac:spMkLst>
            <pc:docMk/>
            <pc:sldMk cId="0" sldId="260"/>
            <ac:spMk id="53" creationId="{00000000-0000-0000-0000-000000000000}"/>
          </ac:spMkLst>
        </pc:spChg>
      </pc:sldChg>
      <pc:sldChg chg="modSp mod modNotesTx">
        <pc:chgData name="Rajesh Sha" userId="e5c330cc-b689-46e8-96b3-c9831a0eef2d" providerId="ADAL" clId="{66D4E6DF-50A5-459F-A2AB-EB2A579DE9F6}" dt="2026-08-05T05:03:10.940" v="744" actId="6549"/>
        <pc:sldMkLst>
          <pc:docMk/>
          <pc:sldMk cId="0" sldId="261"/>
        </pc:sldMkLst>
        <pc:spChg chg="mod">
          <ac:chgData name="Rajesh Sha" userId="e5c330cc-b689-46e8-96b3-c9831a0eef2d" providerId="ADAL" clId="{66D4E6DF-50A5-459F-A2AB-EB2A579DE9F6}" dt="2026-08-05T02:45:23.790" v="250" actId="27636"/>
          <ac:spMkLst>
            <pc:docMk/>
            <pc:sldMk cId="0" sldId="261"/>
            <ac:spMk id="3" creationId="{00000000-0000-0000-0000-000000000000}"/>
          </ac:spMkLst>
        </pc:spChg>
        <pc:spChg chg="mod">
          <ac:chgData name="Rajesh Sha" userId="e5c330cc-b689-46e8-96b3-c9831a0eef2d" providerId="ADAL" clId="{66D4E6DF-50A5-459F-A2AB-EB2A579DE9F6}" dt="2026-08-05T02:45:23.790" v="251" actId="27636"/>
          <ac:spMkLst>
            <pc:docMk/>
            <pc:sldMk cId="0" sldId="261"/>
            <ac:spMk id="4" creationId="{00000000-0000-0000-0000-000000000000}"/>
          </ac:spMkLst>
        </pc:spChg>
        <pc:spChg chg="mod">
          <ac:chgData name="Rajesh Sha" userId="e5c330cc-b689-46e8-96b3-c9831a0eef2d" providerId="ADAL" clId="{66D4E6DF-50A5-459F-A2AB-EB2A579DE9F6}" dt="2026-08-05T02:45:23.808" v="260" actId="27636"/>
          <ac:spMkLst>
            <pc:docMk/>
            <pc:sldMk cId="0" sldId="261"/>
            <ac:spMk id="8" creationId="{00000000-0000-0000-0000-000000000000}"/>
          </ac:spMkLst>
        </pc:spChg>
        <pc:spChg chg="mod">
          <ac:chgData name="Rajesh Sha" userId="e5c330cc-b689-46e8-96b3-c9831a0eef2d" providerId="ADAL" clId="{66D4E6DF-50A5-459F-A2AB-EB2A579DE9F6}" dt="2026-08-05T02:45:23.808" v="261" actId="27636"/>
          <ac:spMkLst>
            <pc:docMk/>
            <pc:sldMk cId="0" sldId="261"/>
            <ac:spMk id="10" creationId="{00000000-0000-0000-0000-000000000000}"/>
          </ac:spMkLst>
        </pc:spChg>
        <pc:spChg chg="mod">
          <ac:chgData name="Rajesh Sha" userId="e5c330cc-b689-46e8-96b3-c9831a0eef2d" providerId="ADAL" clId="{66D4E6DF-50A5-459F-A2AB-EB2A579DE9F6}" dt="2026-08-05T02:45:23.820" v="265" actId="27636"/>
          <ac:spMkLst>
            <pc:docMk/>
            <pc:sldMk cId="0" sldId="261"/>
            <ac:spMk id="12" creationId="{00000000-0000-0000-0000-000000000000}"/>
          </ac:spMkLst>
        </pc:spChg>
        <pc:spChg chg="mod">
          <ac:chgData name="Rajesh Sha" userId="e5c330cc-b689-46e8-96b3-c9831a0eef2d" providerId="ADAL" clId="{66D4E6DF-50A5-459F-A2AB-EB2A579DE9F6}" dt="2026-08-05T02:45:23.790" v="254" actId="27636"/>
          <ac:spMkLst>
            <pc:docMk/>
            <pc:sldMk cId="0" sldId="261"/>
            <ac:spMk id="14" creationId="{00000000-0000-0000-0000-000000000000}"/>
          </ac:spMkLst>
        </pc:spChg>
        <pc:spChg chg="mod">
          <ac:chgData name="Rajesh Sha" userId="e5c330cc-b689-46e8-96b3-c9831a0eef2d" providerId="ADAL" clId="{66D4E6DF-50A5-459F-A2AB-EB2A579DE9F6}" dt="2026-08-05T02:45:23.820" v="269" actId="27636"/>
          <ac:spMkLst>
            <pc:docMk/>
            <pc:sldMk cId="0" sldId="261"/>
            <ac:spMk id="16" creationId="{00000000-0000-0000-0000-000000000000}"/>
          </ac:spMkLst>
        </pc:spChg>
        <pc:spChg chg="mod">
          <ac:chgData name="Rajesh Sha" userId="e5c330cc-b689-46e8-96b3-c9831a0eef2d" providerId="ADAL" clId="{66D4E6DF-50A5-459F-A2AB-EB2A579DE9F6}" dt="2026-08-05T02:45:23.806" v="257" actId="27636"/>
          <ac:spMkLst>
            <pc:docMk/>
            <pc:sldMk cId="0" sldId="261"/>
            <ac:spMk id="18" creationId="{00000000-0000-0000-0000-000000000000}"/>
          </ac:spMkLst>
        </pc:spChg>
        <pc:spChg chg="mod">
          <ac:chgData name="Rajesh Sha" userId="e5c330cc-b689-46e8-96b3-c9831a0eef2d" providerId="ADAL" clId="{66D4E6DF-50A5-459F-A2AB-EB2A579DE9F6}" dt="2026-08-05T02:45:23.820" v="266" actId="27636"/>
          <ac:spMkLst>
            <pc:docMk/>
            <pc:sldMk cId="0" sldId="261"/>
            <ac:spMk id="20" creationId="{00000000-0000-0000-0000-000000000000}"/>
          </ac:spMkLst>
        </pc:spChg>
        <pc:spChg chg="mod">
          <ac:chgData name="Rajesh Sha" userId="e5c330cc-b689-46e8-96b3-c9831a0eef2d" providerId="ADAL" clId="{66D4E6DF-50A5-459F-A2AB-EB2A579DE9F6}" dt="2026-08-05T02:45:23.804" v="256" actId="27636"/>
          <ac:spMkLst>
            <pc:docMk/>
            <pc:sldMk cId="0" sldId="261"/>
            <ac:spMk id="22" creationId="{00000000-0000-0000-0000-000000000000}"/>
          </ac:spMkLst>
        </pc:spChg>
        <pc:spChg chg="mod">
          <ac:chgData name="Rajesh Sha" userId="e5c330cc-b689-46e8-96b3-c9831a0eef2d" providerId="ADAL" clId="{66D4E6DF-50A5-459F-A2AB-EB2A579DE9F6}" dt="2026-08-05T02:45:23.820" v="268" actId="27636"/>
          <ac:spMkLst>
            <pc:docMk/>
            <pc:sldMk cId="0" sldId="261"/>
            <ac:spMk id="24" creationId="{00000000-0000-0000-0000-000000000000}"/>
          </ac:spMkLst>
        </pc:spChg>
        <pc:spChg chg="mod">
          <ac:chgData name="Rajesh Sha" userId="e5c330cc-b689-46e8-96b3-c9831a0eef2d" providerId="ADAL" clId="{66D4E6DF-50A5-459F-A2AB-EB2A579DE9F6}" dt="2026-08-05T02:45:23.820" v="270" actId="27636"/>
          <ac:spMkLst>
            <pc:docMk/>
            <pc:sldMk cId="0" sldId="261"/>
            <ac:spMk id="26" creationId="{00000000-0000-0000-0000-000000000000}"/>
          </ac:spMkLst>
        </pc:spChg>
        <pc:spChg chg="mod">
          <ac:chgData name="Rajesh Sha" userId="e5c330cc-b689-46e8-96b3-c9831a0eef2d" providerId="ADAL" clId="{66D4E6DF-50A5-459F-A2AB-EB2A579DE9F6}" dt="2026-08-05T02:45:23.770" v="235" actId="27636"/>
          <ac:spMkLst>
            <pc:docMk/>
            <pc:sldMk cId="0" sldId="261"/>
            <ac:spMk id="28" creationId="{00000000-0000-0000-0000-000000000000}"/>
          </ac:spMkLst>
        </pc:spChg>
        <pc:spChg chg="mod">
          <ac:chgData name="Rajesh Sha" userId="e5c330cc-b689-46e8-96b3-c9831a0eef2d" providerId="ADAL" clId="{66D4E6DF-50A5-459F-A2AB-EB2A579DE9F6}" dt="2026-08-05T02:45:23.763" v="232" actId="27636"/>
          <ac:spMkLst>
            <pc:docMk/>
            <pc:sldMk cId="0" sldId="261"/>
            <ac:spMk id="30" creationId="{00000000-0000-0000-0000-000000000000}"/>
          </ac:spMkLst>
        </pc:spChg>
        <pc:spChg chg="mod">
          <ac:chgData name="Rajesh Sha" userId="e5c330cc-b689-46e8-96b3-c9831a0eef2d" providerId="ADAL" clId="{66D4E6DF-50A5-459F-A2AB-EB2A579DE9F6}" dt="2026-08-05T02:45:23.763" v="234" actId="27636"/>
          <ac:spMkLst>
            <pc:docMk/>
            <pc:sldMk cId="0" sldId="261"/>
            <ac:spMk id="32" creationId="{00000000-0000-0000-0000-000000000000}"/>
          </ac:spMkLst>
        </pc:spChg>
        <pc:spChg chg="mod">
          <ac:chgData name="Rajesh Sha" userId="e5c330cc-b689-46e8-96b3-c9831a0eef2d" providerId="ADAL" clId="{66D4E6DF-50A5-459F-A2AB-EB2A579DE9F6}" dt="2026-08-05T02:45:23.774" v="238" actId="27636"/>
          <ac:spMkLst>
            <pc:docMk/>
            <pc:sldMk cId="0" sldId="261"/>
            <ac:spMk id="34" creationId="{00000000-0000-0000-0000-000000000000}"/>
          </ac:spMkLst>
        </pc:spChg>
        <pc:spChg chg="mod">
          <ac:chgData name="Rajesh Sha" userId="e5c330cc-b689-46e8-96b3-c9831a0eef2d" providerId="ADAL" clId="{66D4E6DF-50A5-459F-A2AB-EB2A579DE9F6}" dt="2026-08-05T02:45:23.772" v="236" actId="27636"/>
          <ac:spMkLst>
            <pc:docMk/>
            <pc:sldMk cId="0" sldId="261"/>
            <ac:spMk id="36" creationId="{00000000-0000-0000-0000-000000000000}"/>
          </ac:spMkLst>
        </pc:spChg>
        <pc:spChg chg="mod">
          <ac:chgData name="Rajesh Sha" userId="e5c330cc-b689-46e8-96b3-c9831a0eef2d" providerId="ADAL" clId="{66D4E6DF-50A5-459F-A2AB-EB2A579DE9F6}" dt="2026-08-05T02:45:23.763" v="233" actId="27636"/>
          <ac:spMkLst>
            <pc:docMk/>
            <pc:sldMk cId="0" sldId="261"/>
            <ac:spMk id="38" creationId="{00000000-0000-0000-0000-000000000000}"/>
          </ac:spMkLst>
        </pc:spChg>
        <pc:spChg chg="mod">
          <ac:chgData name="Rajesh Sha" userId="e5c330cc-b689-46e8-96b3-c9831a0eef2d" providerId="ADAL" clId="{66D4E6DF-50A5-459F-A2AB-EB2A579DE9F6}" dt="2026-08-05T02:45:23.774" v="241" actId="27636"/>
          <ac:spMkLst>
            <pc:docMk/>
            <pc:sldMk cId="0" sldId="261"/>
            <ac:spMk id="40" creationId="{00000000-0000-0000-0000-000000000000}"/>
          </ac:spMkLst>
        </pc:spChg>
        <pc:spChg chg="mod">
          <ac:chgData name="Rajesh Sha" userId="e5c330cc-b689-46e8-96b3-c9831a0eef2d" providerId="ADAL" clId="{66D4E6DF-50A5-459F-A2AB-EB2A579DE9F6}" dt="2026-08-05T02:45:23.774" v="237" actId="27636"/>
          <ac:spMkLst>
            <pc:docMk/>
            <pc:sldMk cId="0" sldId="261"/>
            <ac:spMk id="42" creationId="{00000000-0000-0000-0000-000000000000}"/>
          </ac:spMkLst>
        </pc:spChg>
        <pc:spChg chg="mod">
          <ac:chgData name="Rajesh Sha" userId="e5c330cc-b689-46e8-96b3-c9831a0eef2d" providerId="ADAL" clId="{66D4E6DF-50A5-459F-A2AB-EB2A579DE9F6}" dt="2026-08-05T02:45:23.790" v="245" actId="27636"/>
          <ac:spMkLst>
            <pc:docMk/>
            <pc:sldMk cId="0" sldId="261"/>
            <ac:spMk id="44" creationId="{00000000-0000-0000-0000-000000000000}"/>
          </ac:spMkLst>
        </pc:spChg>
        <pc:spChg chg="mod">
          <ac:chgData name="Rajesh Sha" userId="e5c330cc-b689-46e8-96b3-c9831a0eef2d" providerId="ADAL" clId="{66D4E6DF-50A5-459F-A2AB-EB2A579DE9F6}" dt="2026-08-05T02:45:23.774" v="239" actId="27636"/>
          <ac:spMkLst>
            <pc:docMk/>
            <pc:sldMk cId="0" sldId="261"/>
            <ac:spMk id="46" creationId="{00000000-0000-0000-0000-000000000000}"/>
          </ac:spMkLst>
        </pc:spChg>
        <pc:spChg chg="mod">
          <ac:chgData name="Rajesh Sha" userId="e5c330cc-b689-46e8-96b3-c9831a0eef2d" providerId="ADAL" clId="{66D4E6DF-50A5-459F-A2AB-EB2A579DE9F6}" dt="2026-08-05T02:45:23.774" v="243" actId="27636"/>
          <ac:spMkLst>
            <pc:docMk/>
            <pc:sldMk cId="0" sldId="261"/>
            <ac:spMk id="48" creationId="{00000000-0000-0000-0000-000000000000}"/>
          </ac:spMkLst>
        </pc:spChg>
        <pc:spChg chg="mod">
          <ac:chgData name="Rajesh Sha" userId="e5c330cc-b689-46e8-96b3-c9831a0eef2d" providerId="ADAL" clId="{66D4E6DF-50A5-459F-A2AB-EB2A579DE9F6}" dt="2026-08-05T02:45:23.774" v="244" actId="27636"/>
          <ac:spMkLst>
            <pc:docMk/>
            <pc:sldMk cId="0" sldId="261"/>
            <ac:spMk id="50" creationId="{00000000-0000-0000-0000-000000000000}"/>
          </ac:spMkLst>
        </pc:spChg>
        <pc:spChg chg="mod">
          <ac:chgData name="Rajesh Sha" userId="e5c330cc-b689-46e8-96b3-c9831a0eef2d" providerId="ADAL" clId="{66D4E6DF-50A5-459F-A2AB-EB2A579DE9F6}" dt="2026-08-05T02:45:23.808" v="258" actId="27636"/>
          <ac:spMkLst>
            <pc:docMk/>
            <pc:sldMk cId="0" sldId="261"/>
            <ac:spMk id="52" creationId="{00000000-0000-0000-0000-000000000000}"/>
          </ac:spMkLst>
        </pc:spChg>
        <pc:spChg chg="mod">
          <ac:chgData name="Rajesh Sha" userId="e5c330cc-b689-46e8-96b3-c9831a0eef2d" providerId="ADAL" clId="{66D4E6DF-50A5-459F-A2AB-EB2A579DE9F6}" dt="2026-08-05T02:45:23.820" v="264" actId="27636"/>
          <ac:spMkLst>
            <pc:docMk/>
            <pc:sldMk cId="0" sldId="261"/>
            <ac:spMk id="54" creationId="{00000000-0000-0000-0000-000000000000}"/>
          </ac:spMkLst>
        </pc:spChg>
        <pc:spChg chg="mod">
          <ac:chgData name="Rajesh Sha" userId="e5c330cc-b689-46e8-96b3-c9831a0eef2d" providerId="ADAL" clId="{66D4E6DF-50A5-459F-A2AB-EB2A579DE9F6}" dt="2026-08-05T02:45:23.808" v="262" actId="27636"/>
          <ac:spMkLst>
            <pc:docMk/>
            <pc:sldMk cId="0" sldId="261"/>
            <ac:spMk id="56" creationId="{00000000-0000-0000-0000-000000000000}"/>
          </ac:spMkLst>
        </pc:spChg>
        <pc:spChg chg="mod">
          <ac:chgData name="Rajesh Sha" userId="e5c330cc-b689-46e8-96b3-c9831a0eef2d" providerId="ADAL" clId="{66D4E6DF-50A5-459F-A2AB-EB2A579DE9F6}" dt="2026-08-05T02:45:23.808" v="263" actId="27636"/>
          <ac:spMkLst>
            <pc:docMk/>
            <pc:sldMk cId="0" sldId="261"/>
            <ac:spMk id="58" creationId="{00000000-0000-0000-0000-000000000000}"/>
          </ac:spMkLst>
        </pc:spChg>
        <pc:spChg chg="mod">
          <ac:chgData name="Rajesh Sha" userId="e5c330cc-b689-46e8-96b3-c9831a0eef2d" providerId="ADAL" clId="{66D4E6DF-50A5-459F-A2AB-EB2A579DE9F6}" dt="2026-08-05T02:45:23.790" v="255" actId="27636"/>
          <ac:spMkLst>
            <pc:docMk/>
            <pc:sldMk cId="0" sldId="261"/>
            <ac:spMk id="60" creationId="{00000000-0000-0000-0000-000000000000}"/>
          </ac:spMkLst>
        </pc:spChg>
        <pc:spChg chg="mod">
          <ac:chgData name="Rajesh Sha" userId="e5c330cc-b689-46e8-96b3-c9831a0eef2d" providerId="ADAL" clId="{66D4E6DF-50A5-459F-A2AB-EB2A579DE9F6}" dt="2026-08-05T02:45:23.790" v="252" actId="27636"/>
          <ac:spMkLst>
            <pc:docMk/>
            <pc:sldMk cId="0" sldId="261"/>
            <ac:spMk id="62" creationId="{00000000-0000-0000-0000-000000000000}"/>
          </ac:spMkLst>
        </pc:spChg>
        <pc:spChg chg="mod">
          <ac:chgData name="Rajesh Sha" userId="e5c330cc-b689-46e8-96b3-c9831a0eef2d" providerId="ADAL" clId="{66D4E6DF-50A5-459F-A2AB-EB2A579DE9F6}" dt="2026-08-05T02:45:23.808" v="259" actId="27636"/>
          <ac:spMkLst>
            <pc:docMk/>
            <pc:sldMk cId="0" sldId="261"/>
            <ac:spMk id="64" creationId="{00000000-0000-0000-0000-000000000000}"/>
          </ac:spMkLst>
        </pc:spChg>
        <pc:spChg chg="mod">
          <ac:chgData name="Rajesh Sha" userId="e5c330cc-b689-46e8-96b3-c9831a0eef2d" providerId="ADAL" clId="{66D4E6DF-50A5-459F-A2AB-EB2A579DE9F6}" dt="2026-08-05T02:45:23.820" v="267" actId="27636"/>
          <ac:spMkLst>
            <pc:docMk/>
            <pc:sldMk cId="0" sldId="261"/>
            <ac:spMk id="66" creationId="{00000000-0000-0000-0000-000000000000}"/>
          </ac:spMkLst>
        </pc:spChg>
        <pc:spChg chg="mod">
          <ac:chgData name="Rajesh Sha" userId="e5c330cc-b689-46e8-96b3-c9831a0eef2d" providerId="ADAL" clId="{66D4E6DF-50A5-459F-A2AB-EB2A579DE9F6}" dt="2026-08-05T02:45:23.790" v="253" actId="27636"/>
          <ac:spMkLst>
            <pc:docMk/>
            <pc:sldMk cId="0" sldId="261"/>
            <ac:spMk id="68" creationId="{00000000-0000-0000-0000-000000000000}"/>
          </ac:spMkLst>
        </pc:spChg>
        <pc:spChg chg="mod">
          <ac:chgData name="Rajesh Sha" userId="e5c330cc-b689-46e8-96b3-c9831a0eef2d" providerId="ADAL" clId="{66D4E6DF-50A5-459F-A2AB-EB2A579DE9F6}" dt="2026-08-05T02:45:23.790" v="249" actId="27636"/>
          <ac:spMkLst>
            <pc:docMk/>
            <pc:sldMk cId="0" sldId="261"/>
            <ac:spMk id="70" creationId="{00000000-0000-0000-0000-000000000000}"/>
          </ac:spMkLst>
        </pc:spChg>
        <pc:spChg chg="mod">
          <ac:chgData name="Rajesh Sha" userId="e5c330cc-b689-46e8-96b3-c9831a0eef2d" providerId="ADAL" clId="{66D4E6DF-50A5-459F-A2AB-EB2A579DE9F6}" dt="2026-08-05T02:45:23.790" v="248" actId="27636"/>
          <ac:spMkLst>
            <pc:docMk/>
            <pc:sldMk cId="0" sldId="261"/>
            <ac:spMk id="72" creationId="{00000000-0000-0000-0000-000000000000}"/>
          </ac:spMkLst>
        </pc:spChg>
        <pc:spChg chg="mod">
          <ac:chgData name="Rajesh Sha" userId="e5c330cc-b689-46e8-96b3-c9831a0eef2d" providerId="ADAL" clId="{66D4E6DF-50A5-459F-A2AB-EB2A579DE9F6}" dt="2026-08-05T02:45:23.790" v="247" actId="27636"/>
          <ac:spMkLst>
            <pc:docMk/>
            <pc:sldMk cId="0" sldId="261"/>
            <ac:spMk id="74" creationId="{00000000-0000-0000-0000-000000000000}"/>
          </ac:spMkLst>
        </pc:spChg>
        <pc:spChg chg="mod">
          <ac:chgData name="Rajesh Sha" userId="e5c330cc-b689-46e8-96b3-c9831a0eef2d" providerId="ADAL" clId="{66D4E6DF-50A5-459F-A2AB-EB2A579DE9F6}" dt="2026-08-05T02:45:23.774" v="240" actId="27636"/>
          <ac:spMkLst>
            <pc:docMk/>
            <pc:sldMk cId="0" sldId="261"/>
            <ac:spMk id="76" creationId="{00000000-0000-0000-0000-000000000000}"/>
          </ac:spMkLst>
        </pc:spChg>
        <pc:spChg chg="mod">
          <ac:chgData name="Rajesh Sha" userId="e5c330cc-b689-46e8-96b3-c9831a0eef2d" providerId="ADAL" clId="{66D4E6DF-50A5-459F-A2AB-EB2A579DE9F6}" dt="2026-08-05T02:45:23.774" v="242" actId="27636"/>
          <ac:spMkLst>
            <pc:docMk/>
            <pc:sldMk cId="0" sldId="261"/>
            <ac:spMk id="78" creationId="{00000000-0000-0000-0000-000000000000}"/>
          </ac:spMkLst>
        </pc:spChg>
        <pc:spChg chg="mod">
          <ac:chgData name="Rajesh Sha" userId="e5c330cc-b689-46e8-96b3-c9831a0eef2d" providerId="ADAL" clId="{66D4E6DF-50A5-459F-A2AB-EB2A579DE9F6}" dt="2026-08-05T02:31:53.985" v="0" actId="207"/>
          <ac:spMkLst>
            <pc:docMk/>
            <pc:sldMk cId="0" sldId="261"/>
            <ac:spMk id="79" creationId="{00000000-0000-0000-0000-000000000000}"/>
          </ac:spMkLst>
        </pc:spChg>
        <pc:spChg chg="mod">
          <ac:chgData name="Rajesh Sha" userId="e5c330cc-b689-46e8-96b3-c9831a0eef2d" providerId="ADAL" clId="{66D4E6DF-50A5-459F-A2AB-EB2A579DE9F6}" dt="2026-08-05T02:45:23.790" v="246" actId="27636"/>
          <ac:spMkLst>
            <pc:docMk/>
            <pc:sldMk cId="0" sldId="261"/>
            <ac:spMk id="80" creationId="{00000000-0000-0000-0000-000000000000}"/>
          </ac:spMkLst>
        </pc:spChg>
      </pc:sldChg>
      <pc:sldChg chg="addSp delSp modSp del mod modNotesTx">
        <pc:chgData name="Rajesh Sha" userId="e5c330cc-b689-46e8-96b3-c9831a0eef2d" providerId="ADAL" clId="{66D4E6DF-50A5-459F-A2AB-EB2A579DE9F6}" dt="2026-08-05T05:02:29.848" v="738" actId="47"/>
        <pc:sldMkLst>
          <pc:docMk/>
          <pc:sldMk cId="0" sldId="262"/>
        </pc:sldMkLst>
        <pc:spChg chg="mod">
          <ac:chgData name="Rajesh Sha" userId="e5c330cc-b689-46e8-96b3-c9831a0eef2d" providerId="ADAL" clId="{66D4E6DF-50A5-459F-A2AB-EB2A579DE9F6}" dt="2026-08-05T02:45:23.820" v="271" actId="27636"/>
          <ac:spMkLst>
            <pc:docMk/>
            <pc:sldMk cId="0" sldId="262"/>
            <ac:spMk id="3" creationId="{00000000-0000-0000-0000-000000000000}"/>
          </ac:spMkLst>
        </pc:spChg>
        <pc:spChg chg="mod">
          <ac:chgData name="Rajesh Sha" userId="e5c330cc-b689-46e8-96b3-c9831a0eef2d" providerId="ADAL" clId="{66D4E6DF-50A5-459F-A2AB-EB2A579DE9F6}" dt="2026-08-05T04:36:36.117" v="526" actId="1076"/>
          <ac:spMkLst>
            <pc:docMk/>
            <pc:sldMk cId="0" sldId="262"/>
            <ac:spMk id="4" creationId="{00000000-0000-0000-0000-000000000000}"/>
          </ac:spMkLst>
        </pc:spChg>
        <pc:spChg chg="add del">
          <ac:chgData name="Rajesh Sha" userId="e5c330cc-b689-46e8-96b3-c9831a0eef2d" providerId="ADAL" clId="{66D4E6DF-50A5-459F-A2AB-EB2A579DE9F6}" dt="2026-08-05T04:36:40.336" v="533" actId="478"/>
          <ac:spMkLst>
            <pc:docMk/>
            <pc:sldMk cId="0" sldId="262"/>
            <ac:spMk id="6" creationId="{00000000-0000-0000-0000-000000000000}"/>
          </ac:spMkLst>
        </pc:spChg>
        <pc:spChg chg="add del mod">
          <ac:chgData name="Rajesh Sha" userId="e5c330cc-b689-46e8-96b3-c9831a0eef2d" providerId="ADAL" clId="{66D4E6DF-50A5-459F-A2AB-EB2A579DE9F6}" dt="2026-08-05T04:36:37.371" v="529" actId="6549"/>
          <ac:spMkLst>
            <pc:docMk/>
            <pc:sldMk cId="0" sldId="262"/>
            <ac:spMk id="7" creationId="{00000000-0000-0000-0000-000000000000}"/>
          </ac:spMkLst>
        </pc:spChg>
        <pc:spChg chg="add del">
          <ac:chgData name="Rajesh Sha" userId="e5c330cc-b689-46e8-96b3-c9831a0eef2d" providerId="ADAL" clId="{66D4E6DF-50A5-459F-A2AB-EB2A579DE9F6}" dt="2026-08-05T04:36:38.984" v="531" actId="478"/>
          <ac:spMkLst>
            <pc:docMk/>
            <pc:sldMk cId="0" sldId="262"/>
            <ac:spMk id="8" creationId="{00000000-0000-0000-0000-000000000000}"/>
          </ac:spMkLst>
        </pc:spChg>
        <pc:spChg chg="add del mod">
          <ac:chgData name="Rajesh Sha" userId="e5c330cc-b689-46e8-96b3-c9831a0eef2d" providerId="ADAL" clId="{66D4E6DF-50A5-459F-A2AB-EB2A579DE9F6}" dt="2026-08-05T04:36:36.467" v="527" actId="478"/>
          <ac:spMkLst>
            <pc:docMk/>
            <pc:sldMk cId="0" sldId="262"/>
            <ac:spMk id="9" creationId="{00000000-0000-0000-0000-000000000000}"/>
          </ac:spMkLst>
        </pc:spChg>
        <pc:spChg chg="add del mod">
          <ac:chgData name="Rajesh Sha" userId="e5c330cc-b689-46e8-96b3-c9831a0eef2d" providerId="ADAL" clId="{66D4E6DF-50A5-459F-A2AB-EB2A579DE9F6}" dt="2026-08-05T04:36:36.467" v="527" actId="478"/>
          <ac:spMkLst>
            <pc:docMk/>
            <pc:sldMk cId="0" sldId="262"/>
            <ac:spMk id="10" creationId="{00000000-0000-0000-0000-000000000000}"/>
          </ac:spMkLst>
        </pc:spChg>
        <pc:spChg chg="add del">
          <ac:chgData name="Rajesh Sha" userId="e5c330cc-b689-46e8-96b3-c9831a0eef2d" providerId="ADAL" clId="{66D4E6DF-50A5-459F-A2AB-EB2A579DE9F6}" dt="2026-08-05T04:36:36.467" v="527" actId="478"/>
          <ac:spMkLst>
            <pc:docMk/>
            <pc:sldMk cId="0" sldId="262"/>
            <ac:spMk id="11" creationId="{00000000-0000-0000-0000-000000000000}"/>
          </ac:spMkLst>
        </pc:spChg>
        <pc:spChg chg="add del mod">
          <ac:chgData name="Rajesh Sha" userId="e5c330cc-b689-46e8-96b3-c9831a0eef2d" providerId="ADAL" clId="{66D4E6DF-50A5-459F-A2AB-EB2A579DE9F6}" dt="2026-08-05T04:36:36.467" v="527" actId="478"/>
          <ac:spMkLst>
            <pc:docMk/>
            <pc:sldMk cId="0" sldId="262"/>
            <ac:spMk id="12" creationId="{00000000-0000-0000-0000-000000000000}"/>
          </ac:spMkLst>
        </pc:spChg>
        <pc:spChg chg="add del">
          <ac:chgData name="Rajesh Sha" userId="e5c330cc-b689-46e8-96b3-c9831a0eef2d" providerId="ADAL" clId="{66D4E6DF-50A5-459F-A2AB-EB2A579DE9F6}" dt="2026-08-05T04:36:36.467" v="527" actId="478"/>
          <ac:spMkLst>
            <pc:docMk/>
            <pc:sldMk cId="0" sldId="262"/>
            <ac:spMk id="13" creationId="{00000000-0000-0000-0000-000000000000}"/>
          </ac:spMkLst>
        </pc:spChg>
        <pc:spChg chg="add del mod">
          <ac:chgData name="Rajesh Sha" userId="e5c330cc-b689-46e8-96b3-c9831a0eef2d" providerId="ADAL" clId="{66D4E6DF-50A5-459F-A2AB-EB2A579DE9F6}" dt="2026-08-05T04:36:36.467" v="527" actId="478"/>
          <ac:spMkLst>
            <pc:docMk/>
            <pc:sldMk cId="0" sldId="262"/>
            <ac:spMk id="14" creationId="{00000000-0000-0000-0000-000000000000}"/>
          </ac:spMkLst>
        </pc:spChg>
        <pc:spChg chg="add del mod">
          <ac:chgData name="Rajesh Sha" userId="e5c330cc-b689-46e8-96b3-c9831a0eef2d" providerId="ADAL" clId="{66D4E6DF-50A5-459F-A2AB-EB2A579DE9F6}" dt="2026-08-05T04:36:36.467" v="527" actId="478"/>
          <ac:spMkLst>
            <pc:docMk/>
            <pc:sldMk cId="0" sldId="262"/>
            <ac:spMk id="15" creationId="{00000000-0000-0000-0000-000000000000}"/>
          </ac:spMkLst>
        </pc:spChg>
        <pc:spChg chg="add del">
          <ac:chgData name="Rajesh Sha" userId="e5c330cc-b689-46e8-96b3-c9831a0eef2d" providerId="ADAL" clId="{66D4E6DF-50A5-459F-A2AB-EB2A579DE9F6}" dt="2026-08-05T04:36:39.899" v="532" actId="478"/>
          <ac:spMkLst>
            <pc:docMk/>
            <pc:sldMk cId="0" sldId="262"/>
            <ac:spMk id="16" creationId="{00000000-0000-0000-0000-000000000000}"/>
          </ac:spMkLst>
        </pc:spChg>
        <pc:spChg chg="add del mod">
          <ac:chgData name="Rajesh Sha" userId="e5c330cc-b689-46e8-96b3-c9831a0eef2d" providerId="ADAL" clId="{66D4E6DF-50A5-459F-A2AB-EB2A579DE9F6}" dt="2026-08-05T04:36:34.545" v="520" actId="478"/>
          <ac:spMkLst>
            <pc:docMk/>
            <pc:sldMk cId="0" sldId="262"/>
            <ac:spMk id="17" creationId="{00000000-0000-0000-0000-000000000000}"/>
          </ac:spMkLst>
        </pc:spChg>
        <pc:spChg chg="add del">
          <ac:chgData name="Rajesh Sha" userId="e5c330cc-b689-46e8-96b3-c9831a0eef2d" providerId="ADAL" clId="{66D4E6DF-50A5-459F-A2AB-EB2A579DE9F6}" dt="2026-08-05T04:36:37.750" v="530" actId="478"/>
          <ac:spMkLst>
            <pc:docMk/>
            <pc:sldMk cId="0" sldId="262"/>
            <ac:spMk id="18" creationId="{00000000-0000-0000-0000-000000000000}"/>
          </ac:spMkLst>
        </pc:spChg>
        <pc:spChg chg="add del mod">
          <ac:chgData name="Rajesh Sha" userId="e5c330cc-b689-46e8-96b3-c9831a0eef2d" providerId="ADAL" clId="{66D4E6DF-50A5-459F-A2AB-EB2A579DE9F6}" dt="2026-08-05T04:36:35.577" v="524" actId="478"/>
          <ac:spMkLst>
            <pc:docMk/>
            <pc:sldMk cId="0" sldId="262"/>
            <ac:spMk id="19" creationId="{00000000-0000-0000-0000-000000000000}"/>
          </ac:spMkLst>
        </pc:spChg>
        <pc:spChg chg="add del mod">
          <ac:chgData name="Rajesh Sha" userId="e5c330cc-b689-46e8-96b3-c9831a0eef2d" providerId="ADAL" clId="{66D4E6DF-50A5-459F-A2AB-EB2A579DE9F6}" dt="2026-08-05T04:36:34.835" v="521" actId="478"/>
          <ac:spMkLst>
            <pc:docMk/>
            <pc:sldMk cId="0" sldId="262"/>
            <ac:spMk id="20" creationId="{00000000-0000-0000-0000-000000000000}"/>
          </ac:spMkLst>
        </pc:spChg>
        <pc:spChg chg="add del">
          <ac:chgData name="Rajesh Sha" userId="e5c330cc-b689-46e8-96b3-c9831a0eef2d" providerId="ADAL" clId="{66D4E6DF-50A5-459F-A2AB-EB2A579DE9F6}" dt="2026-08-05T04:36:35.577" v="524" actId="478"/>
          <ac:spMkLst>
            <pc:docMk/>
            <pc:sldMk cId="0" sldId="262"/>
            <ac:spMk id="21" creationId="{00000000-0000-0000-0000-000000000000}"/>
          </ac:spMkLst>
        </pc:spChg>
        <pc:spChg chg="add del mod">
          <ac:chgData name="Rajesh Sha" userId="e5c330cc-b689-46e8-96b3-c9831a0eef2d" providerId="ADAL" clId="{66D4E6DF-50A5-459F-A2AB-EB2A579DE9F6}" dt="2026-08-05T04:36:35.355" v="523" actId="1076"/>
          <ac:spMkLst>
            <pc:docMk/>
            <pc:sldMk cId="0" sldId="262"/>
            <ac:spMk id="22" creationId="{00000000-0000-0000-0000-000000000000}"/>
          </ac:spMkLst>
        </pc:spChg>
        <pc:spChg chg="add del">
          <ac:chgData name="Rajesh Sha" userId="e5c330cc-b689-46e8-96b3-c9831a0eef2d" providerId="ADAL" clId="{66D4E6DF-50A5-459F-A2AB-EB2A579DE9F6}" dt="2026-08-05T04:36:35.577" v="524" actId="478"/>
          <ac:spMkLst>
            <pc:docMk/>
            <pc:sldMk cId="0" sldId="262"/>
            <ac:spMk id="23" creationId="{00000000-0000-0000-0000-000000000000}"/>
          </ac:spMkLst>
        </pc:spChg>
        <pc:spChg chg="add del mod">
          <ac:chgData name="Rajesh Sha" userId="e5c330cc-b689-46e8-96b3-c9831a0eef2d" providerId="ADAL" clId="{66D4E6DF-50A5-459F-A2AB-EB2A579DE9F6}" dt="2026-08-05T04:36:35.577" v="524" actId="478"/>
          <ac:spMkLst>
            <pc:docMk/>
            <pc:sldMk cId="0" sldId="262"/>
            <ac:spMk id="24" creationId="{00000000-0000-0000-0000-000000000000}"/>
          </ac:spMkLst>
        </pc:spChg>
        <pc:spChg chg="add del">
          <ac:chgData name="Rajesh Sha" userId="e5c330cc-b689-46e8-96b3-c9831a0eef2d" providerId="ADAL" clId="{66D4E6DF-50A5-459F-A2AB-EB2A579DE9F6}" dt="2026-08-05T04:36:35.577" v="524" actId="478"/>
          <ac:spMkLst>
            <pc:docMk/>
            <pc:sldMk cId="0" sldId="262"/>
            <ac:spMk id="25" creationId="{00000000-0000-0000-0000-000000000000}"/>
          </ac:spMkLst>
        </pc:spChg>
      </pc:sldChg>
      <pc:sldChg chg="modSp mod modNotesTx">
        <pc:chgData name="Rajesh Sha" userId="e5c330cc-b689-46e8-96b3-c9831a0eef2d" providerId="ADAL" clId="{66D4E6DF-50A5-459F-A2AB-EB2A579DE9F6}" dt="2026-08-05T05:16:50.575" v="869" actId="20577"/>
        <pc:sldMkLst>
          <pc:docMk/>
          <pc:sldMk cId="0" sldId="263"/>
        </pc:sldMkLst>
        <pc:spChg chg="mod">
          <ac:chgData name="Rajesh Sha" userId="e5c330cc-b689-46e8-96b3-c9831a0eef2d" providerId="ADAL" clId="{66D4E6DF-50A5-459F-A2AB-EB2A579DE9F6}" dt="2026-08-05T02:45:23.856" v="286" actId="27636"/>
          <ac:spMkLst>
            <pc:docMk/>
            <pc:sldMk cId="0" sldId="263"/>
            <ac:spMk id="3" creationId="{00000000-0000-0000-0000-000000000000}"/>
          </ac:spMkLst>
        </pc:spChg>
        <pc:spChg chg="mod">
          <ac:chgData name="Rajesh Sha" userId="e5c330cc-b689-46e8-96b3-c9831a0eef2d" providerId="ADAL" clId="{66D4E6DF-50A5-459F-A2AB-EB2A579DE9F6}" dt="2026-08-05T05:16:50.575" v="869" actId="20577"/>
          <ac:spMkLst>
            <pc:docMk/>
            <pc:sldMk cId="0" sldId="263"/>
            <ac:spMk id="4" creationId="{00000000-0000-0000-0000-000000000000}"/>
          </ac:spMkLst>
        </pc:spChg>
        <pc:spChg chg="mod">
          <ac:chgData name="Rajesh Sha" userId="e5c330cc-b689-46e8-96b3-c9831a0eef2d" providerId="ADAL" clId="{66D4E6DF-50A5-459F-A2AB-EB2A579DE9F6}" dt="2026-08-05T02:45:23.856" v="290" actId="27636"/>
          <ac:spMkLst>
            <pc:docMk/>
            <pc:sldMk cId="0" sldId="263"/>
            <ac:spMk id="7" creationId="{00000000-0000-0000-0000-000000000000}"/>
          </ac:spMkLst>
        </pc:spChg>
        <pc:spChg chg="mod">
          <ac:chgData name="Rajesh Sha" userId="e5c330cc-b689-46e8-96b3-c9831a0eef2d" providerId="ADAL" clId="{66D4E6DF-50A5-459F-A2AB-EB2A579DE9F6}" dt="2026-08-05T05:16:35.091" v="860" actId="1076"/>
          <ac:spMkLst>
            <pc:docMk/>
            <pc:sldMk cId="0" sldId="263"/>
            <ac:spMk id="9" creationId="{00000000-0000-0000-0000-000000000000}"/>
          </ac:spMkLst>
        </pc:spChg>
        <pc:spChg chg="mod">
          <ac:chgData name="Rajesh Sha" userId="e5c330cc-b689-46e8-96b3-c9831a0eef2d" providerId="ADAL" clId="{66D4E6DF-50A5-459F-A2AB-EB2A579DE9F6}" dt="2026-08-05T05:16:35.091" v="860" actId="1076"/>
          <ac:spMkLst>
            <pc:docMk/>
            <pc:sldMk cId="0" sldId="263"/>
            <ac:spMk id="10" creationId="{00000000-0000-0000-0000-000000000000}"/>
          </ac:spMkLst>
        </pc:spChg>
        <pc:spChg chg="mod">
          <ac:chgData name="Rajesh Sha" userId="e5c330cc-b689-46e8-96b3-c9831a0eef2d" providerId="ADAL" clId="{66D4E6DF-50A5-459F-A2AB-EB2A579DE9F6}" dt="2026-08-05T02:45:23.856" v="287" actId="27636"/>
          <ac:spMkLst>
            <pc:docMk/>
            <pc:sldMk cId="0" sldId="263"/>
            <ac:spMk id="12" creationId="{00000000-0000-0000-0000-000000000000}"/>
          </ac:spMkLst>
        </pc:spChg>
        <pc:spChg chg="mod">
          <ac:chgData name="Rajesh Sha" userId="e5c330cc-b689-46e8-96b3-c9831a0eef2d" providerId="ADAL" clId="{66D4E6DF-50A5-459F-A2AB-EB2A579DE9F6}" dt="2026-08-05T05:16:35.091" v="860" actId="1076"/>
          <ac:spMkLst>
            <pc:docMk/>
            <pc:sldMk cId="0" sldId="263"/>
            <ac:spMk id="13" creationId="{00000000-0000-0000-0000-000000000000}"/>
          </ac:spMkLst>
        </pc:spChg>
        <pc:spChg chg="mod">
          <ac:chgData name="Rajesh Sha" userId="e5c330cc-b689-46e8-96b3-c9831a0eef2d" providerId="ADAL" clId="{66D4E6DF-50A5-459F-A2AB-EB2A579DE9F6}" dt="2026-08-05T02:45:23.870" v="295" actId="27636"/>
          <ac:spMkLst>
            <pc:docMk/>
            <pc:sldMk cId="0" sldId="263"/>
            <ac:spMk id="17" creationId="{00000000-0000-0000-0000-000000000000}"/>
          </ac:spMkLst>
        </pc:spChg>
        <pc:spChg chg="mod">
          <ac:chgData name="Rajesh Sha" userId="e5c330cc-b689-46e8-96b3-c9831a0eef2d" providerId="ADAL" clId="{66D4E6DF-50A5-459F-A2AB-EB2A579DE9F6}" dt="2026-08-05T05:16:35.091" v="860" actId="1076"/>
          <ac:spMkLst>
            <pc:docMk/>
            <pc:sldMk cId="0" sldId="263"/>
            <ac:spMk id="19" creationId="{00000000-0000-0000-0000-000000000000}"/>
          </ac:spMkLst>
        </pc:spChg>
        <pc:spChg chg="mod">
          <ac:chgData name="Rajesh Sha" userId="e5c330cc-b689-46e8-96b3-c9831a0eef2d" providerId="ADAL" clId="{66D4E6DF-50A5-459F-A2AB-EB2A579DE9F6}" dt="2026-08-05T02:45:23.856" v="285" actId="27636"/>
          <ac:spMkLst>
            <pc:docMk/>
            <pc:sldMk cId="0" sldId="263"/>
            <ac:spMk id="22" creationId="{00000000-0000-0000-0000-000000000000}"/>
          </ac:spMkLst>
        </pc:spChg>
        <pc:spChg chg="mod">
          <ac:chgData name="Rajesh Sha" userId="e5c330cc-b689-46e8-96b3-c9831a0eef2d" providerId="ADAL" clId="{66D4E6DF-50A5-459F-A2AB-EB2A579DE9F6}" dt="2026-08-05T02:45:23.870" v="296" actId="27636"/>
          <ac:spMkLst>
            <pc:docMk/>
            <pc:sldMk cId="0" sldId="263"/>
            <ac:spMk id="25" creationId="{00000000-0000-0000-0000-000000000000}"/>
          </ac:spMkLst>
        </pc:spChg>
        <pc:spChg chg="mod">
          <ac:chgData name="Rajesh Sha" userId="e5c330cc-b689-46e8-96b3-c9831a0eef2d" providerId="ADAL" clId="{66D4E6DF-50A5-459F-A2AB-EB2A579DE9F6}" dt="2026-08-05T02:32:54.507" v="14" actId="27636"/>
          <ac:spMkLst>
            <pc:docMk/>
            <pc:sldMk cId="0" sldId="263"/>
            <ac:spMk id="26" creationId="{00000000-0000-0000-0000-000000000000}"/>
          </ac:spMkLst>
        </pc:spChg>
        <pc:spChg chg="mod">
          <ac:chgData name="Rajesh Sha" userId="e5c330cc-b689-46e8-96b3-c9831a0eef2d" providerId="ADAL" clId="{66D4E6DF-50A5-459F-A2AB-EB2A579DE9F6}" dt="2026-08-05T02:45:23.870" v="298" actId="27636"/>
          <ac:spMkLst>
            <pc:docMk/>
            <pc:sldMk cId="0" sldId="263"/>
            <ac:spMk id="30" creationId="{00000000-0000-0000-0000-000000000000}"/>
          </ac:spMkLst>
        </pc:spChg>
        <pc:spChg chg="mod">
          <ac:chgData name="Rajesh Sha" userId="e5c330cc-b689-46e8-96b3-c9831a0eef2d" providerId="ADAL" clId="{66D4E6DF-50A5-459F-A2AB-EB2A579DE9F6}" dt="2026-08-05T02:45:23.885" v="300" actId="27636"/>
          <ac:spMkLst>
            <pc:docMk/>
            <pc:sldMk cId="0" sldId="263"/>
            <ac:spMk id="32" creationId="{00000000-0000-0000-0000-000000000000}"/>
          </ac:spMkLst>
        </pc:spChg>
        <pc:spChg chg="mod">
          <ac:chgData name="Rajesh Sha" userId="e5c330cc-b689-46e8-96b3-c9831a0eef2d" providerId="ADAL" clId="{66D4E6DF-50A5-459F-A2AB-EB2A579DE9F6}" dt="2026-08-05T05:15:59.654" v="856" actId="20577"/>
          <ac:spMkLst>
            <pc:docMk/>
            <pc:sldMk cId="0" sldId="263"/>
            <ac:spMk id="33" creationId="{00000000-0000-0000-0000-000000000000}"/>
          </ac:spMkLst>
        </pc:spChg>
        <pc:spChg chg="mod">
          <ac:chgData name="Rajesh Sha" userId="e5c330cc-b689-46e8-96b3-c9831a0eef2d" providerId="ADAL" clId="{66D4E6DF-50A5-459F-A2AB-EB2A579DE9F6}" dt="2026-08-05T05:16:26.184" v="858" actId="1076"/>
          <ac:spMkLst>
            <pc:docMk/>
            <pc:sldMk cId="0" sldId="263"/>
            <ac:spMk id="34" creationId="{00000000-0000-0000-0000-000000000000}"/>
          </ac:spMkLst>
        </pc:spChg>
        <pc:spChg chg="mod">
          <ac:chgData name="Rajesh Sha" userId="e5c330cc-b689-46e8-96b3-c9831a0eef2d" providerId="ADAL" clId="{66D4E6DF-50A5-459F-A2AB-EB2A579DE9F6}" dt="2026-08-05T02:45:23.884" v="299" actId="27636"/>
          <ac:spMkLst>
            <pc:docMk/>
            <pc:sldMk cId="0" sldId="263"/>
            <ac:spMk id="35" creationId="{00000000-0000-0000-0000-000000000000}"/>
          </ac:spMkLst>
        </pc:spChg>
        <pc:spChg chg="mod">
          <ac:chgData name="Rajesh Sha" userId="e5c330cc-b689-46e8-96b3-c9831a0eef2d" providerId="ADAL" clId="{66D4E6DF-50A5-459F-A2AB-EB2A579DE9F6}" dt="2026-08-05T05:16:35.091" v="860" actId="1076"/>
          <ac:spMkLst>
            <pc:docMk/>
            <pc:sldMk cId="0" sldId="263"/>
            <ac:spMk id="38" creationId="{00000000-0000-0000-0000-000000000000}"/>
          </ac:spMkLst>
        </pc:spChg>
        <pc:spChg chg="mod">
          <ac:chgData name="Rajesh Sha" userId="e5c330cc-b689-46e8-96b3-c9831a0eef2d" providerId="ADAL" clId="{66D4E6DF-50A5-459F-A2AB-EB2A579DE9F6}" dt="2026-08-05T05:16:35.091" v="860" actId="1076"/>
          <ac:spMkLst>
            <pc:docMk/>
            <pc:sldMk cId="0" sldId="263"/>
            <ac:spMk id="39" creationId="{00000000-0000-0000-0000-000000000000}"/>
          </ac:spMkLst>
        </pc:spChg>
        <pc:spChg chg="mod">
          <ac:chgData name="Rajesh Sha" userId="e5c330cc-b689-46e8-96b3-c9831a0eef2d" providerId="ADAL" clId="{66D4E6DF-50A5-459F-A2AB-EB2A579DE9F6}" dt="2026-08-05T02:45:23.850" v="281" actId="27636"/>
          <ac:spMkLst>
            <pc:docMk/>
            <pc:sldMk cId="0" sldId="263"/>
            <ac:spMk id="40" creationId="{00000000-0000-0000-0000-000000000000}"/>
          </ac:spMkLst>
        </pc:spChg>
        <pc:spChg chg="mod">
          <ac:chgData name="Rajesh Sha" userId="e5c330cc-b689-46e8-96b3-c9831a0eef2d" providerId="ADAL" clId="{66D4E6DF-50A5-459F-A2AB-EB2A579DE9F6}" dt="2026-08-05T02:32:42.955" v="10" actId="20577"/>
          <ac:spMkLst>
            <pc:docMk/>
            <pc:sldMk cId="0" sldId="263"/>
            <ac:spMk id="41" creationId="{00000000-0000-0000-0000-000000000000}"/>
          </ac:spMkLst>
        </pc:spChg>
        <pc:spChg chg="mod">
          <ac:chgData name="Rajesh Sha" userId="e5c330cc-b689-46e8-96b3-c9831a0eef2d" providerId="ADAL" clId="{66D4E6DF-50A5-459F-A2AB-EB2A579DE9F6}" dt="2026-08-05T05:16:35.091" v="860" actId="1076"/>
          <ac:spMkLst>
            <pc:docMk/>
            <pc:sldMk cId="0" sldId="263"/>
            <ac:spMk id="45" creationId="{00000000-0000-0000-0000-000000000000}"/>
          </ac:spMkLst>
        </pc:spChg>
        <pc:spChg chg="mod">
          <ac:chgData name="Rajesh Sha" userId="e5c330cc-b689-46e8-96b3-c9831a0eef2d" providerId="ADAL" clId="{66D4E6DF-50A5-459F-A2AB-EB2A579DE9F6}" dt="2026-08-05T05:16:35.091" v="860" actId="1076"/>
          <ac:spMkLst>
            <pc:docMk/>
            <pc:sldMk cId="0" sldId="263"/>
            <ac:spMk id="46" creationId="{00000000-0000-0000-0000-000000000000}"/>
          </ac:spMkLst>
        </pc:spChg>
        <pc:spChg chg="mod">
          <ac:chgData name="Rajesh Sha" userId="e5c330cc-b689-46e8-96b3-c9831a0eef2d" providerId="ADAL" clId="{66D4E6DF-50A5-459F-A2AB-EB2A579DE9F6}" dt="2026-08-05T02:45:23.868" v="292" actId="27636"/>
          <ac:spMkLst>
            <pc:docMk/>
            <pc:sldMk cId="0" sldId="263"/>
            <ac:spMk id="47" creationId="{00000000-0000-0000-0000-000000000000}"/>
          </ac:spMkLst>
        </pc:spChg>
        <pc:spChg chg="mod">
          <ac:chgData name="Rajesh Sha" userId="e5c330cc-b689-46e8-96b3-c9831a0eef2d" providerId="ADAL" clId="{66D4E6DF-50A5-459F-A2AB-EB2A579DE9F6}" dt="2026-08-05T05:16:35.091" v="860" actId="1076"/>
          <ac:spMkLst>
            <pc:docMk/>
            <pc:sldMk cId="0" sldId="263"/>
            <ac:spMk id="49" creationId="{00000000-0000-0000-0000-000000000000}"/>
          </ac:spMkLst>
        </pc:spChg>
        <pc:spChg chg="mod">
          <ac:chgData name="Rajesh Sha" userId="e5c330cc-b689-46e8-96b3-c9831a0eef2d" providerId="ADAL" clId="{66D4E6DF-50A5-459F-A2AB-EB2A579DE9F6}" dt="2026-08-05T05:16:35.091" v="860" actId="1076"/>
          <ac:spMkLst>
            <pc:docMk/>
            <pc:sldMk cId="0" sldId="263"/>
            <ac:spMk id="50" creationId="{00000000-0000-0000-0000-000000000000}"/>
          </ac:spMkLst>
        </pc:spChg>
        <pc:spChg chg="mod">
          <ac:chgData name="Rajesh Sha" userId="e5c330cc-b689-46e8-96b3-c9831a0eef2d" providerId="ADAL" clId="{66D4E6DF-50A5-459F-A2AB-EB2A579DE9F6}" dt="2026-08-05T02:45:23.870" v="294" actId="27636"/>
          <ac:spMkLst>
            <pc:docMk/>
            <pc:sldMk cId="0" sldId="263"/>
            <ac:spMk id="51" creationId="{00000000-0000-0000-0000-000000000000}"/>
          </ac:spMkLst>
        </pc:spChg>
        <pc:spChg chg="mod">
          <ac:chgData name="Rajesh Sha" userId="e5c330cc-b689-46e8-96b3-c9831a0eef2d" providerId="ADAL" clId="{66D4E6DF-50A5-459F-A2AB-EB2A579DE9F6}" dt="2026-08-05T02:32:49.576" v="12" actId="27636"/>
          <ac:spMkLst>
            <pc:docMk/>
            <pc:sldMk cId="0" sldId="263"/>
            <ac:spMk id="52" creationId="{00000000-0000-0000-0000-000000000000}"/>
          </ac:spMkLst>
        </pc:spChg>
        <pc:spChg chg="mod">
          <ac:chgData name="Rajesh Sha" userId="e5c330cc-b689-46e8-96b3-c9831a0eef2d" providerId="ADAL" clId="{66D4E6DF-50A5-459F-A2AB-EB2A579DE9F6}" dt="2026-08-05T02:45:23.868" v="291" actId="27636"/>
          <ac:spMkLst>
            <pc:docMk/>
            <pc:sldMk cId="0" sldId="263"/>
            <ac:spMk id="56" creationId="{00000000-0000-0000-0000-000000000000}"/>
          </ac:spMkLst>
        </pc:spChg>
        <pc:spChg chg="mod">
          <ac:chgData name="Rajesh Sha" userId="e5c330cc-b689-46e8-96b3-c9831a0eef2d" providerId="ADAL" clId="{66D4E6DF-50A5-459F-A2AB-EB2A579DE9F6}" dt="2026-08-05T02:45:23.856" v="288" actId="27636"/>
          <ac:spMkLst>
            <pc:docMk/>
            <pc:sldMk cId="0" sldId="263"/>
            <ac:spMk id="58" creationId="{00000000-0000-0000-0000-000000000000}"/>
          </ac:spMkLst>
        </pc:spChg>
        <pc:spChg chg="mod">
          <ac:chgData name="Rajesh Sha" userId="e5c330cc-b689-46e8-96b3-c9831a0eef2d" providerId="ADAL" clId="{66D4E6DF-50A5-459F-A2AB-EB2A579DE9F6}" dt="2026-08-05T05:15:46.822" v="855" actId="1076"/>
          <ac:spMkLst>
            <pc:docMk/>
            <pc:sldMk cId="0" sldId="263"/>
            <ac:spMk id="59" creationId="{00000000-0000-0000-0000-000000000000}"/>
          </ac:spMkLst>
        </pc:spChg>
      </pc:sldChg>
      <pc:sldChg chg="delSp modSp mod modNotesTx">
        <pc:chgData name="Rajesh Sha" userId="e5c330cc-b689-46e8-96b3-c9831a0eef2d" providerId="ADAL" clId="{66D4E6DF-50A5-459F-A2AB-EB2A579DE9F6}" dt="2026-08-05T05:15:24.444" v="852" actId="1076"/>
        <pc:sldMkLst>
          <pc:docMk/>
          <pc:sldMk cId="0" sldId="264"/>
        </pc:sldMkLst>
        <pc:spChg chg="mod">
          <ac:chgData name="Rajesh Sha" userId="e5c330cc-b689-46e8-96b3-c9831a0eef2d" providerId="ADAL" clId="{66D4E6DF-50A5-459F-A2AB-EB2A579DE9F6}" dt="2026-08-05T02:48:38.058" v="388" actId="313"/>
          <ac:spMkLst>
            <pc:docMk/>
            <pc:sldMk cId="0" sldId="264"/>
            <ac:spMk id="3" creationId="{00000000-0000-0000-0000-000000000000}"/>
          </ac:spMkLst>
        </pc:spChg>
        <pc:spChg chg="mod">
          <ac:chgData name="Rajesh Sha" userId="e5c330cc-b689-46e8-96b3-c9831a0eef2d" providerId="ADAL" clId="{66D4E6DF-50A5-459F-A2AB-EB2A579DE9F6}" dt="2026-08-05T03:20:37.114" v="483" actId="20577"/>
          <ac:spMkLst>
            <pc:docMk/>
            <pc:sldMk cId="0" sldId="264"/>
            <ac:spMk id="4" creationId="{00000000-0000-0000-0000-000000000000}"/>
          </ac:spMkLst>
        </pc:spChg>
        <pc:spChg chg="mod">
          <ac:chgData name="Rajesh Sha" userId="e5c330cc-b689-46e8-96b3-c9831a0eef2d" providerId="ADAL" clId="{66D4E6DF-50A5-459F-A2AB-EB2A579DE9F6}" dt="2026-08-05T02:45:23.906" v="310" actId="27636"/>
          <ac:spMkLst>
            <pc:docMk/>
            <pc:sldMk cId="0" sldId="264"/>
            <ac:spMk id="7" creationId="{00000000-0000-0000-0000-000000000000}"/>
          </ac:spMkLst>
        </pc:spChg>
        <pc:spChg chg="mod">
          <ac:chgData name="Rajesh Sha" userId="e5c330cc-b689-46e8-96b3-c9831a0eef2d" providerId="ADAL" clId="{66D4E6DF-50A5-459F-A2AB-EB2A579DE9F6}" dt="2026-08-05T02:33:54.180" v="40" actId="1076"/>
          <ac:spMkLst>
            <pc:docMk/>
            <pc:sldMk cId="0" sldId="264"/>
            <ac:spMk id="8" creationId="{00000000-0000-0000-0000-000000000000}"/>
          </ac:spMkLst>
        </pc:spChg>
        <pc:spChg chg="mod">
          <ac:chgData name="Rajesh Sha" userId="e5c330cc-b689-46e8-96b3-c9831a0eef2d" providerId="ADAL" clId="{66D4E6DF-50A5-459F-A2AB-EB2A579DE9F6}" dt="2026-08-05T02:33:56.036" v="41" actId="313"/>
          <ac:spMkLst>
            <pc:docMk/>
            <pc:sldMk cId="0" sldId="264"/>
            <ac:spMk id="9" creationId="{00000000-0000-0000-0000-000000000000}"/>
          </ac:spMkLst>
        </pc:spChg>
        <pc:spChg chg="mod">
          <ac:chgData name="Rajesh Sha" userId="e5c330cc-b689-46e8-96b3-c9831a0eef2d" providerId="ADAL" clId="{66D4E6DF-50A5-459F-A2AB-EB2A579DE9F6}" dt="2026-08-05T02:45:23.906" v="312" actId="27636"/>
          <ac:spMkLst>
            <pc:docMk/>
            <pc:sldMk cId="0" sldId="264"/>
            <ac:spMk id="12" creationId="{00000000-0000-0000-0000-000000000000}"/>
          </ac:spMkLst>
        </pc:spChg>
        <pc:spChg chg="mod">
          <ac:chgData name="Rajesh Sha" userId="e5c330cc-b689-46e8-96b3-c9831a0eef2d" providerId="ADAL" clId="{66D4E6DF-50A5-459F-A2AB-EB2A579DE9F6}" dt="2026-08-05T02:45:23.902" v="306" actId="27636"/>
          <ac:spMkLst>
            <pc:docMk/>
            <pc:sldMk cId="0" sldId="264"/>
            <ac:spMk id="14" creationId="{00000000-0000-0000-0000-000000000000}"/>
          </ac:spMkLst>
        </pc:spChg>
        <pc:spChg chg="mod">
          <ac:chgData name="Rajesh Sha" userId="e5c330cc-b689-46e8-96b3-c9831a0eef2d" providerId="ADAL" clId="{66D4E6DF-50A5-459F-A2AB-EB2A579DE9F6}" dt="2026-08-05T02:33:17.444" v="20" actId="27636"/>
          <ac:spMkLst>
            <pc:docMk/>
            <pc:sldMk cId="0" sldId="264"/>
            <ac:spMk id="15" creationId="{00000000-0000-0000-0000-000000000000}"/>
          </ac:spMkLst>
        </pc:spChg>
        <pc:spChg chg="mod">
          <ac:chgData name="Rajesh Sha" userId="e5c330cc-b689-46e8-96b3-c9831a0eef2d" providerId="ADAL" clId="{66D4E6DF-50A5-459F-A2AB-EB2A579DE9F6}" dt="2026-08-05T02:45:23.915" v="315" actId="27636"/>
          <ac:spMkLst>
            <pc:docMk/>
            <pc:sldMk cId="0" sldId="264"/>
            <ac:spMk id="19" creationId="{00000000-0000-0000-0000-000000000000}"/>
          </ac:spMkLst>
        </pc:spChg>
        <pc:spChg chg="mod">
          <ac:chgData name="Rajesh Sha" userId="e5c330cc-b689-46e8-96b3-c9831a0eef2d" providerId="ADAL" clId="{66D4E6DF-50A5-459F-A2AB-EB2A579DE9F6}" dt="2026-08-05T02:45:23.904" v="308" actId="27636"/>
          <ac:spMkLst>
            <pc:docMk/>
            <pc:sldMk cId="0" sldId="264"/>
            <ac:spMk id="21" creationId="{00000000-0000-0000-0000-000000000000}"/>
          </ac:spMkLst>
        </pc:spChg>
        <pc:spChg chg="mod">
          <ac:chgData name="Rajesh Sha" userId="e5c330cc-b689-46e8-96b3-c9831a0eef2d" providerId="ADAL" clId="{66D4E6DF-50A5-459F-A2AB-EB2A579DE9F6}" dt="2026-08-05T02:45:23.920" v="320" actId="27636"/>
          <ac:spMkLst>
            <pc:docMk/>
            <pc:sldMk cId="0" sldId="264"/>
            <ac:spMk id="22" creationId="{00000000-0000-0000-0000-000000000000}"/>
          </ac:spMkLst>
        </pc:spChg>
        <pc:spChg chg="mod">
          <ac:chgData name="Rajesh Sha" userId="e5c330cc-b689-46e8-96b3-c9831a0eef2d" providerId="ADAL" clId="{66D4E6DF-50A5-459F-A2AB-EB2A579DE9F6}" dt="2026-08-05T02:45:23.897" v="303" actId="27636"/>
          <ac:spMkLst>
            <pc:docMk/>
            <pc:sldMk cId="0" sldId="264"/>
            <ac:spMk id="26" creationId="{00000000-0000-0000-0000-000000000000}"/>
          </ac:spMkLst>
        </pc:spChg>
        <pc:spChg chg="mod">
          <ac:chgData name="Rajesh Sha" userId="e5c330cc-b689-46e8-96b3-c9831a0eef2d" providerId="ADAL" clId="{66D4E6DF-50A5-459F-A2AB-EB2A579DE9F6}" dt="2026-08-05T02:45:23.906" v="313" actId="27636"/>
          <ac:spMkLst>
            <pc:docMk/>
            <pc:sldMk cId="0" sldId="264"/>
            <ac:spMk id="28" creationId="{00000000-0000-0000-0000-000000000000}"/>
          </ac:spMkLst>
        </pc:spChg>
        <pc:spChg chg="mod">
          <ac:chgData name="Rajesh Sha" userId="e5c330cc-b689-46e8-96b3-c9831a0eef2d" providerId="ADAL" clId="{66D4E6DF-50A5-459F-A2AB-EB2A579DE9F6}" dt="2026-08-05T02:33:13.861" v="18" actId="27636"/>
          <ac:spMkLst>
            <pc:docMk/>
            <pc:sldMk cId="0" sldId="264"/>
            <ac:spMk id="29" creationId="{00000000-0000-0000-0000-000000000000}"/>
          </ac:spMkLst>
        </pc:spChg>
        <pc:spChg chg="mod">
          <ac:chgData name="Rajesh Sha" userId="e5c330cc-b689-46e8-96b3-c9831a0eef2d" providerId="ADAL" clId="{66D4E6DF-50A5-459F-A2AB-EB2A579DE9F6}" dt="2026-08-05T02:45:23.906" v="311" actId="27636"/>
          <ac:spMkLst>
            <pc:docMk/>
            <pc:sldMk cId="0" sldId="264"/>
            <ac:spMk id="33" creationId="{00000000-0000-0000-0000-000000000000}"/>
          </ac:spMkLst>
        </pc:spChg>
        <pc:spChg chg="mod">
          <ac:chgData name="Rajesh Sha" userId="e5c330cc-b689-46e8-96b3-c9831a0eef2d" providerId="ADAL" clId="{66D4E6DF-50A5-459F-A2AB-EB2A579DE9F6}" dt="2026-08-05T02:45:23.906" v="314" actId="27636"/>
          <ac:spMkLst>
            <pc:docMk/>
            <pc:sldMk cId="0" sldId="264"/>
            <ac:spMk id="35" creationId="{00000000-0000-0000-0000-000000000000}"/>
          </ac:spMkLst>
        </pc:spChg>
        <pc:spChg chg="mod">
          <ac:chgData name="Rajesh Sha" userId="e5c330cc-b689-46e8-96b3-c9831a0eef2d" providerId="ADAL" clId="{66D4E6DF-50A5-459F-A2AB-EB2A579DE9F6}" dt="2026-08-05T05:14:23.935" v="848" actId="1076"/>
          <ac:spMkLst>
            <pc:docMk/>
            <pc:sldMk cId="0" sldId="264"/>
            <ac:spMk id="36" creationId="{00000000-0000-0000-0000-000000000000}"/>
          </ac:spMkLst>
        </pc:spChg>
        <pc:spChg chg="mod">
          <ac:chgData name="Rajesh Sha" userId="e5c330cc-b689-46e8-96b3-c9831a0eef2d" providerId="ADAL" clId="{66D4E6DF-50A5-459F-A2AB-EB2A579DE9F6}" dt="2026-08-05T05:15:24.444" v="852" actId="1076"/>
          <ac:spMkLst>
            <pc:docMk/>
            <pc:sldMk cId="0" sldId="264"/>
            <ac:spMk id="37" creationId="{00000000-0000-0000-0000-000000000000}"/>
          </ac:spMkLst>
        </pc:spChg>
        <pc:spChg chg="mod">
          <ac:chgData name="Rajesh Sha" userId="e5c330cc-b689-46e8-96b3-c9831a0eef2d" providerId="ADAL" clId="{66D4E6DF-50A5-459F-A2AB-EB2A579DE9F6}" dt="2026-08-05T05:15:24.444" v="852" actId="1076"/>
          <ac:spMkLst>
            <pc:docMk/>
            <pc:sldMk cId="0" sldId="264"/>
            <ac:spMk id="38" creationId="{00000000-0000-0000-0000-000000000000}"/>
          </ac:spMkLst>
        </pc:spChg>
        <pc:spChg chg="mod">
          <ac:chgData name="Rajesh Sha" userId="e5c330cc-b689-46e8-96b3-c9831a0eef2d" providerId="ADAL" clId="{66D4E6DF-50A5-459F-A2AB-EB2A579DE9F6}" dt="2026-08-05T05:15:24.444" v="852" actId="1076"/>
          <ac:spMkLst>
            <pc:docMk/>
            <pc:sldMk cId="0" sldId="264"/>
            <ac:spMk id="39" creationId="{00000000-0000-0000-0000-000000000000}"/>
          </ac:spMkLst>
        </pc:spChg>
        <pc:spChg chg="mod">
          <ac:chgData name="Rajesh Sha" userId="e5c330cc-b689-46e8-96b3-c9831a0eef2d" providerId="ADAL" clId="{66D4E6DF-50A5-459F-A2AB-EB2A579DE9F6}" dt="2026-08-05T05:15:24.444" v="852" actId="1076"/>
          <ac:spMkLst>
            <pc:docMk/>
            <pc:sldMk cId="0" sldId="264"/>
            <ac:spMk id="40" creationId="{00000000-0000-0000-0000-000000000000}"/>
          </ac:spMkLst>
        </pc:spChg>
        <pc:spChg chg="mod">
          <ac:chgData name="Rajesh Sha" userId="e5c330cc-b689-46e8-96b3-c9831a0eef2d" providerId="ADAL" clId="{66D4E6DF-50A5-459F-A2AB-EB2A579DE9F6}" dt="2026-08-05T05:15:24.444" v="852" actId="1076"/>
          <ac:spMkLst>
            <pc:docMk/>
            <pc:sldMk cId="0" sldId="264"/>
            <ac:spMk id="41" creationId="{00000000-0000-0000-0000-000000000000}"/>
          </ac:spMkLst>
        </pc:spChg>
        <pc:spChg chg="mod">
          <ac:chgData name="Rajesh Sha" userId="e5c330cc-b689-46e8-96b3-c9831a0eef2d" providerId="ADAL" clId="{66D4E6DF-50A5-459F-A2AB-EB2A579DE9F6}" dt="2026-08-05T05:15:24.444" v="852" actId="1076"/>
          <ac:spMkLst>
            <pc:docMk/>
            <pc:sldMk cId="0" sldId="264"/>
            <ac:spMk id="42" creationId="{00000000-0000-0000-0000-000000000000}"/>
          </ac:spMkLst>
        </pc:spChg>
        <pc:spChg chg="mod">
          <ac:chgData name="Rajesh Sha" userId="e5c330cc-b689-46e8-96b3-c9831a0eef2d" providerId="ADAL" clId="{66D4E6DF-50A5-459F-A2AB-EB2A579DE9F6}" dt="2026-08-05T05:15:24.444" v="852" actId="1076"/>
          <ac:spMkLst>
            <pc:docMk/>
            <pc:sldMk cId="0" sldId="264"/>
            <ac:spMk id="43" creationId="{00000000-0000-0000-0000-000000000000}"/>
          </ac:spMkLst>
        </pc:spChg>
        <pc:spChg chg="mod">
          <ac:chgData name="Rajesh Sha" userId="e5c330cc-b689-46e8-96b3-c9831a0eef2d" providerId="ADAL" clId="{66D4E6DF-50A5-459F-A2AB-EB2A579DE9F6}" dt="2026-08-05T05:15:24.444" v="852" actId="1076"/>
          <ac:spMkLst>
            <pc:docMk/>
            <pc:sldMk cId="0" sldId="264"/>
            <ac:spMk id="44" creationId="{00000000-0000-0000-0000-000000000000}"/>
          </ac:spMkLst>
        </pc:spChg>
        <pc:spChg chg="mod">
          <ac:chgData name="Rajesh Sha" userId="e5c330cc-b689-46e8-96b3-c9831a0eef2d" providerId="ADAL" clId="{66D4E6DF-50A5-459F-A2AB-EB2A579DE9F6}" dt="2026-08-05T05:15:24.444" v="852" actId="1076"/>
          <ac:spMkLst>
            <pc:docMk/>
            <pc:sldMk cId="0" sldId="264"/>
            <ac:spMk id="45" creationId="{00000000-0000-0000-0000-000000000000}"/>
          </ac:spMkLst>
        </pc:spChg>
        <pc:spChg chg="del">
          <ac:chgData name="Rajesh Sha" userId="e5c330cc-b689-46e8-96b3-c9831a0eef2d" providerId="ADAL" clId="{66D4E6DF-50A5-459F-A2AB-EB2A579DE9F6}" dt="2026-08-05T05:14:56.680" v="849" actId="478"/>
          <ac:spMkLst>
            <pc:docMk/>
            <pc:sldMk cId="0" sldId="264"/>
            <ac:spMk id="46" creationId="{00000000-0000-0000-0000-000000000000}"/>
          </ac:spMkLst>
        </pc:spChg>
        <pc:spChg chg="del mod">
          <ac:chgData name="Rajesh Sha" userId="e5c330cc-b689-46e8-96b3-c9831a0eef2d" providerId="ADAL" clId="{66D4E6DF-50A5-459F-A2AB-EB2A579DE9F6}" dt="2026-08-05T05:15:00.140" v="850" actId="478"/>
          <ac:spMkLst>
            <pc:docMk/>
            <pc:sldMk cId="0" sldId="264"/>
            <ac:spMk id="47" creationId="{00000000-0000-0000-0000-000000000000}"/>
          </ac:spMkLst>
        </pc:spChg>
        <pc:spChg chg="del mod">
          <ac:chgData name="Rajesh Sha" userId="e5c330cc-b689-46e8-96b3-c9831a0eef2d" providerId="ADAL" clId="{66D4E6DF-50A5-459F-A2AB-EB2A579DE9F6}" dt="2026-08-05T05:15:02.429" v="851" actId="478"/>
          <ac:spMkLst>
            <pc:docMk/>
            <pc:sldMk cId="0" sldId="264"/>
            <ac:spMk id="48" creationId="{00000000-0000-0000-0000-000000000000}"/>
          </ac:spMkLst>
        </pc:spChg>
      </pc:sldChg>
      <pc:sldChg chg="delSp modSp mod modNotesTx">
        <pc:chgData name="Rajesh Sha" userId="e5c330cc-b689-46e8-96b3-c9831a0eef2d" providerId="ADAL" clId="{66D4E6DF-50A5-459F-A2AB-EB2A579DE9F6}" dt="2026-08-05T06:28:32.076" v="870" actId="1076"/>
        <pc:sldMkLst>
          <pc:docMk/>
          <pc:sldMk cId="0" sldId="265"/>
        </pc:sldMkLst>
        <pc:spChg chg="mod">
          <ac:chgData name="Rajesh Sha" userId="e5c330cc-b689-46e8-96b3-c9831a0eef2d" providerId="ADAL" clId="{66D4E6DF-50A5-459F-A2AB-EB2A579DE9F6}" dt="2026-08-05T02:45:23.931" v="324" actId="27636"/>
          <ac:spMkLst>
            <pc:docMk/>
            <pc:sldMk cId="0" sldId="265"/>
            <ac:spMk id="3" creationId="{00000000-0000-0000-0000-000000000000}"/>
          </ac:spMkLst>
        </pc:spChg>
        <pc:spChg chg="mod">
          <ac:chgData name="Rajesh Sha" userId="e5c330cc-b689-46e8-96b3-c9831a0eef2d" providerId="ADAL" clId="{66D4E6DF-50A5-459F-A2AB-EB2A579DE9F6}" dt="2026-08-05T02:45:23.920" v="321" actId="27636"/>
          <ac:spMkLst>
            <pc:docMk/>
            <pc:sldMk cId="0" sldId="265"/>
            <ac:spMk id="4" creationId="{00000000-0000-0000-0000-000000000000}"/>
          </ac:spMkLst>
        </pc:spChg>
        <pc:spChg chg="mod">
          <ac:chgData name="Rajesh Sha" userId="e5c330cc-b689-46e8-96b3-c9831a0eef2d" providerId="ADAL" clId="{66D4E6DF-50A5-459F-A2AB-EB2A579DE9F6}" dt="2026-08-05T02:45:23.965" v="344" actId="27636"/>
          <ac:spMkLst>
            <pc:docMk/>
            <pc:sldMk cId="0" sldId="265"/>
            <ac:spMk id="8" creationId="{00000000-0000-0000-0000-000000000000}"/>
          </ac:spMkLst>
        </pc:spChg>
        <pc:spChg chg="mod">
          <ac:chgData name="Rajesh Sha" userId="e5c330cc-b689-46e8-96b3-c9831a0eef2d" providerId="ADAL" clId="{66D4E6DF-50A5-459F-A2AB-EB2A579DE9F6}" dt="2026-08-05T02:45:23.963" v="343" actId="27636"/>
          <ac:spMkLst>
            <pc:docMk/>
            <pc:sldMk cId="0" sldId="265"/>
            <ac:spMk id="10" creationId="{00000000-0000-0000-0000-000000000000}"/>
          </ac:spMkLst>
        </pc:spChg>
        <pc:spChg chg="mod">
          <ac:chgData name="Rajesh Sha" userId="e5c330cc-b689-46e8-96b3-c9831a0eef2d" providerId="ADAL" clId="{66D4E6DF-50A5-459F-A2AB-EB2A579DE9F6}" dt="2026-08-05T02:45:23.956" v="341" actId="27636"/>
          <ac:spMkLst>
            <pc:docMk/>
            <pc:sldMk cId="0" sldId="265"/>
            <ac:spMk id="12" creationId="{00000000-0000-0000-0000-000000000000}"/>
          </ac:spMkLst>
        </pc:spChg>
        <pc:spChg chg="mod">
          <ac:chgData name="Rajesh Sha" userId="e5c330cc-b689-46e8-96b3-c9831a0eef2d" providerId="ADAL" clId="{66D4E6DF-50A5-459F-A2AB-EB2A579DE9F6}" dt="2026-08-05T02:45:23.931" v="322" actId="27636"/>
          <ac:spMkLst>
            <pc:docMk/>
            <pc:sldMk cId="0" sldId="265"/>
            <ac:spMk id="14" creationId="{00000000-0000-0000-0000-000000000000}"/>
          </ac:spMkLst>
        </pc:spChg>
        <pc:spChg chg="mod">
          <ac:chgData name="Rajesh Sha" userId="e5c330cc-b689-46e8-96b3-c9831a0eef2d" providerId="ADAL" clId="{66D4E6DF-50A5-459F-A2AB-EB2A579DE9F6}" dt="2026-08-05T02:45:23.931" v="325" actId="27636"/>
          <ac:spMkLst>
            <pc:docMk/>
            <pc:sldMk cId="0" sldId="265"/>
            <ac:spMk id="16" creationId="{00000000-0000-0000-0000-000000000000}"/>
          </ac:spMkLst>
        </pc:spChg>
        <pc:spChg chg="mod">
          <ac:chgData name="Rajesh Sha" userId="e5c330cc-b689-46e8-96b3-c9831a0eef2d" providerId="ADAL" clId="{66D4E6DF-50A5-459F-A2AB-EB2A579DE9F6}" dt="2026-08-05T02:45:23.965" v="345" actId="27636"/>
          <ac:spMkLst>
            <pc:docMk/>
            <pc:sldMk cId="0" sldId="265"/>
            <ac:spMk id="18" creationId="{00000000-0000-0000-0000-000000000000}"/>
          </ac:spMkLst>
        </pc:spChg>
        <pc:spChg chg="mod">
          <ac:chgData name="Rajesh Sha" userId="e5c330cc-b689-46e8-96b3-c9831a0eef2d" providerId="ADAL" clId="{66D4E6DF-50A5-459F-A2AB-EB2A579DE9F6}" dt="2026-08-05T02:45:23.931" v="323" actId="27636"/>
          <ac:spMkLst>
            <pc:docMk/>
            <pc:sldMk cId="0" sldId="265"/>
            <ac:spMk id="20" creationId="{00000000-0000-0000-0000-000000000000}"/>
          </ac:spMkLst>
        </pc:spChg>
        <pc:spChg chg="mod">
          <ac:chgData name="Rajesh Sha" userId="e5c330cc-b689-46e8-96b3-c9831a0eef2d" providerId="ADAL" clId="{66D4E6DF-50A5-459F-A2AB-EB2A579DE9F6}" dt="2026-08-05T06:28:32.076" v="870" actId="1076"/>
          <ac:spMkLst>
            <pc:docMk/>
            <pc:sldMk cId="0" sldId="265"/>
            <ac:spMk id="21" creationId="{00000000-0000-0000-0000-000000000000}"/>
          </ac:spMkLst>
        </pc:spChg>
        <pc:spChg chg="mod">
          <ac:chgData name="Rajesh Sha" userId="e5c330cc-b689-46e8-96b3-c9831a0eef2d" providerId="ADAL" clId="{66D4E6DF-50A5-459F-A2AB-EB2A579DE9F6}" dt="2026-08-05T02:45:23.931" v="326" actId="27636"/>
          <ac:spMkLst>
            <pc:docMk/>
            <pc:sldMk cId="0" sldId="265"/>
            <ac:spMk id="22" creationId="{00000000-0000-0000-0000-000000000000}"/>
          </ac:spMkLst>
        </pc:spChg>
        <pc:spChg chg="mod">
          <ac:chgData name="Rajesh Sha" userId="e5c330cc-b689-46e8-96b3-c9831a0eef2d" providerId="ADAL" clId="{66D4E6DF-50A5-459F-A2AB-EB2A579DE9F6}" dt="2026-08-05T02:45:23.956" v="340" actId="27636"/>
          <ac:spMkLst>
            <pc:docMk/>
            <pc:sldMk cId="0" sldId="265"/>
            <ac:spMk id="23" creationId="{00000000-0000-0000-0000-000000000000}"/>
          </ac:spMkLst>
        </pc:spChg>
        <pc:spChg chg="mod">
          <ac:chgData name="Rajesh Sha" userId="e5c330cc-b689-46e8-96b3-c9831a0eef2d" providerId="ADAL" clId="{66D4E6DF-50A5-459F-A2AB-EB2A579DE9F6}" dt="2026-08-05T02:45:23.931" v="328" actId="27636"/>
          <ac:spMkLst>
            <pc:docMk/>
            <pc:sldMk cId="0" sldId="265"/>
            <ac:spMk id="37" creationId="{00000000-0000-0000-0000-000000000000}"/>
          </ac:spMkLst>
        </pc:spChg>
        <pc:spChg chg="mod">
          <ac:chgData name="Rajesh Sha" userId="e5c330cc-b689-46e8-96b3-c9831a0eef2d" providerId="ADAL" clId="{66D4E6DF-50A5-459F-A2AB-EB2A579DE9F6}" dt="2026-08-05T02:45:23.931" v="327" actId="27636"/>
          <ac:spMkLst>
            <pc:docMk/>
            <pc:sldMk cId="0" sldId="265"/>
            <ac:spMk id="38" creationId="{00000000-0000-0000-0000-000000000000}"/>
          </ac:spMkLst>
        </pc:spChg>
        <pc:spChg chg="mod">
          <ac:chgData name="Rajesh Sha" userId="e5c330cc-b689-46e8-96b3-c9831a0eef2d" providerId="ADAL" clId="{66D4E6DF-50A5-459F-A2AB-EB2A579DE9F6}" dt="2026-08-05T02:45:23.951" v="334" actId="27636"/>
          <ac:spMkLst>
            <pc:docMk/>
            <pc:sldMk cId="0" sldId="265"/>
            <ac:spMk id="52" creationId="{00000000-0000-0000-0000-000000000000}"/>
          </ac:spMkLst>
        </pc:spChg>
        <pc:spChg chg="mod">
          <ac:chgData name="Rajesh Sha" userId="e5c330cc-b689-46e8-96b3-c9831a0eef2d" providerId="ADAL" clId="{66D4E6DF-50A5-459F-A2AB-EB2A579DE9F6}" dt="2026-08-05T02:45:23.951" v="335" actId="27636"/>
          <ac:spMkLst>
            <pc:docMk/>
            <pc:sldMk cId="0" sldId="265"/>
            <ac:spMk id="53" creationId="{00000000-0000-0000-0000-000000000000}"/>
          </ac:spMkLst>
        </pc:spChg>
        <pc:spChg chg="mod">
          <ac:chgData name="Rajesh Sha" userId="e5c330cc-b689-46e8-96b3-c9831a0eef2d" providerId="ADAL" clId="{66D4E6DF-50A5-459F-A2AB-EB2A579DE9F6}" dt="2026-08-05T02:45:23.947" v="333" actId="27636"/>
          <ac:spMkLst>
            <pc:docMk/>
            <pc:sldMk cId="0" sldId="265"/>
            <ac:spMk id="67" creationId="{00000000-0000-0000-0000-000000000000}"/>
          </ac:spMkLst>
        </pc:spChg>
        <pc:spChg chg="mod">
          <ac:chgData name="Rajesh Sha" userId="e5c330cc-b689-46e8-96b3-c9831a0eef2d" providerId="ADAL" clId="{66D4E6DF-50A5-459F-A2AB-EB2A579DE9F6}" dt="2026-08-05T02:45:23.947" v="332" actId="27636"/>
          <ac:spMkLst>
            <pc:docMk/>
            <pc:sldMk cId="0" sldId="265"/>
            <ac:spMk id="68" creationId="{00000000-0000-0000-0000-000000000000}"/>
          </ac:spMkLst>
        </pc:spChg>
        <pc:spChg chg="mod">
          <ac:chgData name="Rajesh Sha" userId="e5c330cc-b689-46e8-96b3-c9831a0eef2d" providerId="ADAL" clId="{66D4E6DF-50A5-459F-A2AB-EB2A579DE9F6}" dt="2026-08-05T02:45:23.956" v="338" actId="27636"/>
          <ac:spMkLst>
            <pc:docMk/>
            <pc:sldMk cId="0" sldId="265"/>
            <ac:spMk id="82" creationId="{00000000-0000-0000-0000-000000000000}"/>
          </ac:spMkLst>
        </pc:spChg>
        <pc:spChg chg="mod">
          <ac:chgData name="Rajesh Sha" userId="e5c330cc-b689-46e8-96b3-c9831a0eef2d" providerId="ADAL" clId="{66D4E6DF-50A5-459F-A2AB-EB2A579DE9F6}" dt="2026-08-05T02:45:23.956" v="339" actId="27636"/>
          <ac:spMkLst>
            <pc:docMk/>
            <pc:sldMk cId="0" sldId="265"/>
            <ac:spMk id="83" creationId="{00000000-0000-0000-0000-000000000000}"/>
          </ac:spMkLst>
        </pc:spChg>
        <pc:spChg chg="mod">
          <ac:chgData name="Rajesh Sha" userId="e5c330cc-b689-46e8-96b3-c9831a0eef2d" providerId="ADAL" clId="{66D4E6DF-50A5-459F-A2AB-EB2A579DE9F6}" dt="2026-08-05T02:45:23.951" v="336" actId="27636"/>
          <ac:spMkLst>
            <pc:docMk/>
            <pc:sldMk cId="0" sldId="265"/>
            <ac:spMk id="97" creationId="{00000000-0000-0000-0000-000000000000}"/>
          </ac:spMkLst>
        </pc:spChg>
        <pc:spChg chg="mod">
          <ac:chgData name="Rajesh Sha" userId="e5c330cc-b689-46e8-96b3-c9831a0eef2d" providerId="ADAL" clId="{66D4E6DF-50A5-459F-A2AB-EB2A579DE9F6}" dt="2026-08-05T02:45:23.951" v="337" actId="27636"/>
          <ac:spMkLst>
            <pc:docMk/>
            <pc:sldMk cId="0" sldId="265"/>
            <ac:spMk id="98" creationId="{00000000-0000-0000-0000-000000000000}"/>
          </ac:spMkLst>
        </pc:spChg>
        <pc:spChg chg="mod">
          <ac:chgData name="Rajesh Sha" userId="e5c330cc-b689-46e8-96b3-c9831a0eef2d" providerId="ADAL" clId="{66D4E6DF-50A5-459F-A2AB-EB2A579DE9F6}" dt="2026-08-05T02:45:23.963" v="342" actId="27636"/>
          <ac:spMkLst>
            <pc:docMk/>
            <pc:sldMk cId="0" sldId="265"/>
            <ac:spMk id="112" creationId="{00000000-0000-0000-0000-000000000000}"/>
          </ac:spMkLst>
        </pc:spChg>
        <pc:spChg chg="mod">
          <ac:chgData name="Rajesh Sha" userId="e5c330cc-b689-46e8-96b3-c9831a0eef2d" providerId="ADAL" clId="{66D4E6DF-50A5-459F-A2AB-EB2A579DE9F6}" dt="2026-08-05T02:45:23.931" v="331" actId="27636"/>
          <ac:spMkLst>
            <pc:docMk/>
            <pc:sldMk cId="0" sldId="265"/>
            <ac:spMk id="113" creationId="{00000000-0000-0000-0000-000000000000}"/>
          </ac:spMkLst>
        </pc:spChg>
        <pc:spChg chg="mod">
          <ac:chgData name="Rajesh Sha" userId="e5c330cc-b689-46e8-96b3-c9831a0eef2d" providerId="ADAL" clId="{66D4E6DF-50A5-459F-A2AB-EB2A579DE9F6}" dt="2026-08-05T02:45:23.931" v="329" actId="27636"/>
          <ac:spMkLst>
            <pc:docMk/>
            <pc:sldMk cId="0" sldId="265"/>
            <ac:spMk id="127" creationId="{00000000-0000-0000-0000-000000000000}"/>
          </ac:spMkLst>
        </pc:spChg>
        <pc:spChg chg="mod">
          <ac:chgData name="Rajesh Sha" userId="e5c330cc-b689-46e8-96b3-c9831a0eef2d" providerId="ADAL" clId="{66D4E6DF-50A5-459F-A2AB-EB2A579DE9F6}" dt="2026-08-05T02:45:23.931" v="330" actId="27636"/>
          <ac:spMkLst>
            <pc:docMk/>
            <pc:sldMk cId="0" sldId="265"/>
            <ac:spMk id="128" creationId="{00000000-0000-0000-0000-000000000000}"/>
          </ac:spMkLst>
        </pc:spChg>
        <pc:spChg chg="del">
          <ac:chgData name="Rajesh Sha" userId="e5c330cc-b689-46e8-96b3-c9831a0eef2d" providerId="ADAL" clId="{66D4E6DF-50A5-459F-A2AB-EB2A579DE9F6}" dt="2026-08-05T02:40:34.002" v="135" actId="478"/>
          <ac:spMkLst>
            <pc:docMk/>
            <pc:sldMk cId="0" sldId="265"/>
            <ac:spMk id="141" creationId="{00000000-0000-0000-0000-000000000000}"/>
          </ac:spMkLst>
        </pc:spChg>
        <pc:spChg chg="del">
          <ac:chgData name="Rajesh Sha" userId="e5c330cc-b689-46e8-96b3-c9831a0eef2d" providerId="ADAL" clId="{66D4E6DF-50A5-459F-A2AB-EB2A579DE9F6}" dt="2026-08-05T02:40:38.368" v="136" actId="478"/>
          <ac:spMkLst>
            <pc:docMk/>
            <pc:sldMk cId="0" sldId="265"/>
            <ac:spMk id="142" creationId="{00000000-0000-0000-0000-000000000000}"/>
          </ac:spMkLst>
        </pc:spChg>
        <pc:spChg chg="del">
          <ac:chgData name="Rajesh Sha" userId="e5c330cc-b689-46e8-96b3-c9831a0eef2d" providerId="ADAL" clId="{66D4E6DF-50A5-459F-A2AB-EB2A579DE9F6}" dt="2026-08-05T02:40:42.134" v="137" actId="478"/>
          <ac:spMkLst>
            <pc:docMk/>
            <pc:sldMk cId="0" sldId="265"/>
            <ac:spMk id="143" creationId="{00000000-0000-0000-0000-000000000000}"/>
          </ac:spMkLst>
        </pc:spChg>
        <pc:spChg chg="del">
          <ac:chgData name="Rajesh Sha" userId="e5c330cc-b689-46e8-96b3-c9831a0eef2d" providerId="ADAL" clId="{66D4E6DF-50A5-459F-A2AB-EB2A579DE9F6}" dt="2026-08-05T02:40:48.929" v="138" actId="478"/>
          <ac:spMkLst>
            <pc:docMk/>
            <pc:sldMk cId="0" sldId="265"/>
            <ac:spMk id="144" creationId="{00000000-0000-0000-0000-000000000000}"/>
          </ac:spMkLst>
        </pc:spChg>
      </pc:sldChg>
      <pc:sldChg chg="modSp mod">
        <pc:chgData name="Rajesh Sha" userId="e5c330cc-b689-46e8-96b3-c9831a0eef2d" providerId="ADAL" clId="{66D4E6DF-50A5-459F-A2AB-EB2A579DE9F6}" dt="2026-08-05T02:45:23.987" v="353" actId="27636"/>
        <pc:sldMkLst>
          <pc:docMk/>
          <pc:sldMk cId="0" sldId="266"/>
        </pc:sldMkLst>
        <pc:spChg chg="mod">
          <ac:chgData name="Rajesh Sha" userId="e5c330cc-b689-46e8-96b3-c9831a0eef2d" providerId="ADAL" clId="{66D4E6DF-50A5-459F-A2AB-EB2A579DE9F6}" dt="2026-08-05T02:45:23.976" v="348" actId="27636"/>
          <ac:spMkLst>
            <pc:docMk/>
            <pc:sldMk cId="0" sldId="266"/>
            <ac:spMk id="3" creationId="{00000000-0000-0000-0000-000000000000}"/>
          </ac:spMkLst>
        </pc:spChg>
        <pc:spChg chg="mod">
          <ac:chgData name="Rajesh Sha" userId="e5c330cc-b689-46e8-96b3-c9831a0eef2d" providerId="ADAL" clId="{66D4E6DF-50A5-459F-A2AB-EB2A579DE9F6}" dt="2026-08-05T02:45:23.978" v="351" actId="27636"/>
          <ac:spMkLst>
            <pc:docMk/>
            <pc:sldMk cId="0" sldId="266"/>
            <ac:spMk id="6" creationId="{00000000-0000-0000-0000-000000000000}"/>
          </ac:spMkLst>
        </pc:spChg>
        <pc:spChg chg="mod">
          <ac:chgData name="Rajesh Sha" userId="e5c330cc-b689-46e8-96b3-c9831a0eef2d" providerId="ADAL" clId="{66D4E6DF-50A5-459F-A2AB-EB2A579DE9F6}" dt="2026-08-05T02:45:23.976" v="347" actId="27636"/>
          <ac:spMkLst>
            <pc:docMk/>
            <pc:sldMk cId="0" sldId="266"/>
            <ac:spMk id="9" creationId="{00000000-0000-0000-0000-000000000000}"/>
          </ac:spMkLst>
        </pc:spChg>
        <pc:spChg chg="mod">
          <ac:chgData name="Rajesh Sha" userId="e5c330cc-b689-46e8-96b3-c9831a0eef2d" providerId="ADAL" clId="{66D4E6DF-50A5-459F-A2AB-EB2A579DE9F6}" dt="2026-08-05T02:34:28.638" v="72" actId="20577"/>
          <ac:spMkLst>
            <pc:docMk/>
            <pc:sldMk cId="0" sldId="266"/>
            <ac:spMk id="10" creationId="{00000000-0000-0000-0000-000000000000}"/>
          </ac:spMkLst>
        </pc:spChg>
        <pc:spChg chg="mod">
          <ac:chgData name="Rajesh Sha" userId="e5c330cc-b689-46e8-96b3-c9831a0eef2d" providerId="ADAL" clId="{66D4E6DF-50A5-459F-A2AB-EB2A579DE9F6}" dt="2026-08-05T02:45:23.973" v="346" actId="27636"/>
          <ac:spMkLst>
            <pc:docMk/>
            <pc:sldMk cId="0" sldId="266"/>
            <ac:spMk id="12" creationId="{00000000-0000-0000-0000-000000000000}"/>
          </ac:spMkLst>
        </pc:spChg>
        <pc:spChg chg="mod">
          <ac:chgData name="Rajesh Sha" userId="e5c330cc-b689-46e8-96b3-c9831a0eef2d" providerId="ADAL" clId="{66D4E6DF-50A5-459F-A2AB-EB2A579DE9F6}" dt="2026-08-05T02:45:23.978" v="350" actId="27636"/>
          <ac:spMkLst>
            <pc:docMk/>
            <pc:sldMk cId="0" sldId="266"/>
            <ac:spMk id="15" creationId="{00000000-0000-0000-0000-000000000000}"/>
          </ac:spMkLst>
        </pc:spChg>
        <pc:spChg chg="mod">
          <ac:chgData name="Rajesh Sha" userId="e5c330cc-b689-46e8-96b3-c9831a0eef2d" providerId="ADAL" clId="{66D4E6DF-50A5-459F-A2AB-EB2A579DE9F6}" dt="2026-08-05T02:45:23.978" v="349" actId="27636"/>
          <ac:spMkLst>
            <pc:docMk/>
            <pc:sldMk cId="0" sldId="266"/>
            <ac:spMk id="16" creationId="{00000000-0000-0000-0000-000000000000}"/>
          </ac:spMkLst>
        </pc:spChg>
        <pc:spChg chg="mod">
          <ac:chgData name="Rajesh Sha" userId="e5c330cc-b689-46e8-96b3-c9831a0eef2d" providerId="ADAL" clId="{66D4E6DF-50A5-459F-A2AB-EB2A579DE9F6}" dt="2026-08-05T02:45:23.978" v="352" actId="27636"/>
          <ac:spMkLst>
            <pc:docMk/>
            <pc:sldMk cId="0" sldId="266"/>
            <ac:spMk id="18" creationId="{00000000-0000-0000-0000-000000000000}"/>
          </ac:spMkLst>
        </pc:spChg>
        <pc:spChg chg="mod">
          <ac:chgData name="Rajesh Sha" userId="e5c330cc-b689-46e8-96b3-c9831a0eef2d" providerId="ADAL" clId="{66D4E6DF-50A5-459F-A2AB-EB2A579DE9F6}" dt="2026-08-05T02:45:23.987" v="353" actId="27636"/>
          <ac:spMkLst>
            <pc:docMk/>
            <pc:sldMk cId="0" sldId="266"/>
            <ac:spMk id="19" creationId="{00000000-0000-0000-0000-000000000000}"/>
          </ac:spMkLst>
        </pc:spChg>
      </pc:sldChg>
      <pc:sldChg chg="addSp delSp modSp del mod">
        <pc:chgData name="Rajesh Sha" userId="e5c330cc-b689-46e8-96b3-c9831a0eef2d" providerId="ADAL" clId="{66D4E6DF-50A5-459F-A2AB-EB2A579DE9F6}" dt="2026-08-05T02:48:02.442" v="384" actId="47"/>
        <pc:sldMkLst>
          <pc:docMk/>
          <pc:sldMk cId="0" sldId="267"/>
        </pc:sldMkLst>
        <pc:spChg chg="mod">
          <ac:chgData name="Rajesh Sha" userId="e5c330cc-b689-46e8-96b3-c9831a0eef2d" providerId="ADAL" clId="{66D4E6DF-50A5-459F-A2AB-EB2A579DE9F6}" dt="2026-08-05T02:45:24.005" v="360" actId="27636"/>
          <ac:spMkLst>
            <pc:docMk/>
            <pc:sldMk cId="0" sldId="267"/>
            <ac:spMk id="3" creationId="{00000000-0000-0000-0000-000000000000}"/>
          </ac:spMkLst>
        </pc:spChg>
        <pc:spChg chg="mod">
          <ac:chgData name="Rajesh Sha" userId="e5c330cc-b689-46e8-96b3-c9831a0eef2d" providerId="ADAL" clId="{66D4E6DF-50A5-459F-A2AB-EB2A579DE9F6}" dt="2026-08-05T02:45:23.999" v="357" actId="27636"/>
          <ac:spMkLst>
            <pc:docMk/>
            <pc:sldMk cId="0" sldId="267"/>
            <ac:spMk id="4" creationId="{00000000-0000-0000-0000-000000000000}"/>
          </ac:spMkLst>
        </pc:spChg>
        <pc:spChg chg="mod">
          <ac:chgData name="Rajesh Sha" userId="e5c330cc-b689-46e8-96b3-c9831a0eef2d" providerId="ADAL" clId="{66D4E6DF-50A5-459F-A2AB-EB2A579DE9F6}" dt="2026-08-05T02:38:12.612" v="126" actId="1076"/>
          <ac:spMkLst>
            <pc:docMk/>
            <pc:sldMk cId="0" sldId="267"/>
            <ac:spMk id="6" creationId="{00000000-0000-0000-0000-000000000000}"/>
          </ac:spMkLst>
        </pc:spChg>
        <pc:spChg chg="mod">
          <ac:chgData name="Rajesh Sha" userId="e5c330cc-b689-46e8-96b3-c9831a0eef2d" providerId="ADAL" clId="{66D4E6DF-50A5-459F-A2AB-EB2A579DE9F6}" dt="2026-08-05T02:45:24.007" v="361" actId="27636"/>
          <ac:spMkLst>
            <pc:docMk/>
            <pc:sldMk cId="0" sldId="267"/>
            <ac:spMk id="8" creationId="{00000000-0000-0000-0000-000000000000}"/>
          </ac:spMkLst>
        </pc:spChg>
        <pc:spChg chg="mod">
          <ac:chgData name="Rajesh Sha" userId="e5c330cc-b689-46e8-96b3-c9831a0eef2d" providerId="ADAL" clId="{66D4E6DF-50A5-459F-A2AB-EB2A579DE9F6}" dt="2026-08-05T02:45:23.999" v="358" actId="27636"/>
          <ac:spMkLst>
            <pc:docMk/>
            <pc:sldMk cId="0" sldId="267"/>
            <ac:spMk id="10" creationId="{00000000-0000-0000-0000-000000000000}"/>
          </ac:spMkLst>
        </pc:spChg>
        <pc:spChg chg="mod">
          <ac:chgData name="Rajesh Sha" userId="e5c330cc-b689-46e8-96b3-c9831a0eef2d" providerId="ADAL" clId="{66D4E6DF-50A5-459F-A2AB-EB2A579DE9F6}" dt="2026-08-05T02:45:24.010" v="362" actId="27636"/>
          <ac:spMkLst>
            <pc:docMk/>
            <pc:sldMk cId="0" sldId="267"/>
            <ac:spMk id="12" creationId="{00000000-0000-0000-0000-000000000000}"/>
          </ac:spMkLst>
        </pc:spChg>
        <pc:spChg chg="mod">
          <ac:chgData name="Rajesh Sha" userId="e5c330cc-b689-46e8-96b3-c9831a0eef2d" providerId="ADAL" clId="{66D4E6DF-50A5-459F-A2AB-EB2A579DE9F6}" dt="2026-08-05T02:45:23.996" v="355" actId="27636"/>
          <ac:spMkLst>
            <pc:docMk/>
            <pc:sldMk cId="0" sldId="267"/>
            <ac:spMk id="14" creationId="{00000000-0000-0000-0000-000000000000}"/>
          </ac:spMkLst>
        </pc:spChg>
        <pc:spChg chg="mod">
          <ac:chgData name="Rajesh Sha" userId="e5c330cc-b689-46e8-96b3-c9831a0eef2d" providerId="ADAL" clId="{66D4E6DF-50A5-459F-A2AB-EB2A579DE9F6}" dt="2026-08-05T02:45:24.018" v="364" actId="27636"/>
          <ac:spMkLst>
            <pc:docMk/>
            <pc:sldMk cId="0" sldId="267"/>
            <ac:spMk id="18" creationId="{00000000-0000-0000-0000-000000000000}"/>
          </ac:spMkLst>
        </pc:spChg>
        <pc:spChg chg="mod">
          <ac:chgData name="Rajesh Sha" userId="e5c330cc-b689-46e8-96b3-c9831a0eef2d" providerId="ADAL" clId="{66D4E6DF-50A5-459F-A2AB-EB2A579DE9F6}" dt="2026-08-05T02:35:30.497" v="94" actId="20577"/>
          <ac:spMkLst>
            <pc:docMk/>
            <pc:sldMk cId="0" sldId="267"/>
            <ac:spMk id="26" creationId="{00000000-0000-0000-0000-000000000000}"/>
          </ac:spMkLst>
        </pc:spChg>
        <pc:spChg chg="mod">
          <ac:chgData name="Rajesh Sha" userId="e5c330cc-b689-46e8-96b3-c9831a0eef2d" providerId="ADAL" clId="{66D4E6DF-50A5-459F-A2AB-EB2A579DE9F6}" dt="2026-08-05T02:45:24.010" v="363" actId="27636"/>
          <ac:spMkLst>
            <pc:docMk/>
            <pc:sldMk cId="0" sldId="267"/>
            <ac:spMk id="34" creationId="{00000000-0000-0000-0000-000000000000}"/>
          </ac:spMkLst>
        </pc:spChg>
        <pc:spChg chg="del mod">
          <ac:chgData name="Rajesh Sha" userId="e5c330cc-b689-46e8-96b3-c9831a0eef2d" providerId="ADAL" clId="{66D4E6DF-50A5-459F-A2AB-EB2A579DE9F6}" dt="2026-08-05T02:37:31.440" v="117" actId="478"/>
          <ac:spMkLst>
            <pc:docMk/>
            <pc:sldMk cId="0" sldId="267"/>
            <ac:spMk id="39" creationId="{00000000-0000-0000-0000-000000000000}"/>
          </ac:spMkLst>
        </pc:spChg>
        <pc:spChg chg="del mod">
          <ac:chgData name="Rajesh Sha" userId="e5c330cc-b689-46e8-96b3-c9831a0eef2d" providerId="ADAL" clId="{66D4E6DF-50A5-459F-A2AB-EB2A579DE9F6}" dt="2026-08-05T02:37:36.917" v="119" actId="478"/>
          <ac:spMkLst>
            <pc:docMk/>
            <pc:sldMk cId="0" sldId="267"/>
            <ac:spMk id="40" creationId="{00000000-0000-0000-0000-000000000000}"/>
          </ac:spMkLst>
        </pc:spChg>
        <pc:spChg chg="del">
          <ac:chgData name="Rajesh Sha" userId="e5c330cc-b689-46e8-96b3-c9831a0eef2d" providerId="ADAL" clId="{66D4E6DF-50A5-459F-A2AB-EB2A579DE9F6}" dt="2026-08-05T02:37:40.842" v="121" actId="478"/>
          <ac:spMkLst>
            <pc:docMk/>
            <pc:sldMk cId="0" sldId="267"/>
            <ac:spMk id="41" creationId="{00000000-0000-0000-0000-000000000000}"/>
          </ac:spMkLst>
        </pc:spChg>
        <pc:spChg chg="del mod">
          <ac:chgData name="Rajesh Sha" userId="e5c330cc-b689-46e8-96b3-c9831a0eef2d" providerId="ADAL" clId="{66D4E6DF-50A5-459F-A2AB-EB2A579DE9F6}" dt="2026-08-05T02:37:43.420" v="122" actId="478"/>
          <ac:spMkLst>
            <pc:docMk/>
            <pc:sldMk cId="0" sldId="267"/>
            <ac:spMk id="42" creationId="{00000000-0000-0000-0000-000000000000}"/>
          </ac:spMkLst>
        </pc:spChg>
        <pc:spChg chg="del mod">
          <ac:chgData name="Rajesh Sha" userId="e5c330cc-b689-46e8-96b3-c9831a0eef2d" providerId="ADAL" clId="{66D4E6DF-50A5-459F-A2AB-EB2A579DE9F6}" dt="2026-08-05T02:37:45.912" v="123" actId="478"/>
          <ac:spMkLst>
            <pc:docMk/>
            <pc:sldMk cId="0" sldId="267"/>
            <ac:spMk id="44" creationId="{00000000-0000-0000-0000-000000000000}"/>
          </ac:spMkLst>
        </pc:spChg>
        <pc:spChg chg="del">
          <ac:chgData name="Rajesh Sha" userId="e5c330cc-b689-46e8-96b3-c9831a0eef2d" providerId="ADAL" clId="{66D4E6DF-50A5-459F-A2AB-EB2A579DE9F6}" dt="2026-08-05T02:37:47.373" v="124" actId="478"/>
          <ac:spMkLst>
            <pc:docMk/>
            <pc:sldMk cId="0" sldId="267"/>
            <ac:spMk id="45" creationId="{00000000-0000-0000-0000-000000000000}"/>
          </ac:spMkLst>
        </pc:spChg>
        <pc:spChg chg="del">
          <ac:chgData name="Rajesh Sha" userId="e5c330cc-b689-46e8-96b3-c9831a0eef2d" providerId="ADAL" clId="{66D4E6DF-50A5-459F-A2AB-EB2A579DE9F6}" dt="2026-08-05T02:37:50.106" v="125" actId="478"/>
          <ac:spMkLst>
            <pc:docMk/>
            <pc:sldMk cId="0" sldId="267"/>
            <ac:spMk id="46" creationId="{00000000-0000-0000-0000-000000000000}"/>
          </ac:spMkLst>
        </pc:spChg>
        <pc:spChg chg="del">
          <ac:chgData name="Rajesh Sha" userId="e5c330cc-b689-46e8-96b3-c9831a0eef2d" providerId="ADAL" clId="{66D4E6DF-50A5-459F-A2AB-EB2A579DE9F6}" dt="2026-08-05T02:38:17.964" v="127" actId="478"/>
          <ac:spMkLst>
            <pc:docMk/>
            <pc:sldMk cId="0" sldId="267"/>
            <ac:spMk id="49" creationId="{00000000-0000-0000-0000-000000000000}"/>
          </ac:spMkLst>
        </pc:spChg>
        <pc:spChg chg="del mod">
          <ac:chgData name="Rajesh Sha" userId="e5c330cc-b689-46e8-96b3-c9831a0eef2d" providerId="ADAL" clId="{66D4E6DF-50A5-459F-A2AB-EB2A579DE9F6}" dt="2026-08-05T02:38:20.965" v="130" actId="478"/>
          <ac:spMkLst>
            <pc:docMk/>
            <pc:sldMk cId="0" sldId="267"/>
            <ac:spMk id="50" creationId="{00000000-0000-0000-0000-000000000000}"/>
          </ac:spMkLst>
        </pc:spChg>
        <pc:spChg chg="mod">
          <ac:chgData name="Rajesh Sha" userId="e5c330cc-b689-46e8-96b3-c9831a0eef2d" providerId="ADAL" clId="{66D4E6DF-50A5-459F-A2AB-EB2A579DE9F6}" dt="2026-08-05T02:45:23.998" v="356" actId="27636"/>
          <ac:spMkLst>
            <pc:docMk/>
            <pc:sldMk cId="0" sldId="267"/>
            <ac:spMk id="58" creationId="{00000000-0000-0000-0000-000000000000}"/>
          </ac:spMkLst>
        </pc:spChg>
        <pc:spChg chg="mod">
          <ac:chgData name="Rajesh Sha" userId="e5c330cc-b689-46e8-96b3-c9831a0eef2d" providerId="ADAL" clId="{66D4E6DF-50A5-459F-A2AB-EB2A579DE9F6}" dt="2026-08-05T02:45:23.989" v="354" actId="27636"/>
          <ac:spMkLst>
            <pc:docMk/>
            <pc:sldMk cId="0" sldId="267"/>
            <ac:spMk id="66" creationId="{00000000-0000-0000-0000-000000000000}"/>
          </ac:spMkLst>
        </pc:spChg>
        <pc:spChg chg="mod">
          <ac:chgData name="Rajesh Sha" userId="e5c330cc-b689-46e8-96b3-c9831a0eef2d" providerId="ADAL" clId="{66D4E6DF-50A5-459F-A2AB-EB2A579DE9F6}" dt="2026-08-05T02:45:23.999" v="359" actId="27636"/>
          <ac:spMkLst>
            <pc:docMk/>
            <pc:sldMk cId="0" sldId="267"/>
            <ac:spMk id="76" creationId="{00000000-0000-0000-0000-000000000000}"/>
          </ac:spMkLst>
        </pc:spChg>
        <pc:spChg chg="mod">
          <ac:chgData name="Rajesh Sha" userId="e5c330cc-b689-46e8-96b3-c9831a0eef2d" providerId="ADAL" clId="{66D4E6DF-50A5-459F-A2AB-EB2A579DE9F6}" dt="2026-08-05T02:36:40.948" v="114" actId="27636"/>
          <ac:spMkLst>
            <pc:docMk/>
            <pc:sldMk cId="0" sldId="267"/>
            <ac:spMk id="82" creationId="{00000000-0000-0000-0000-000000000000}"/>
          </ac:spMkLst>
        </pc:spChg>
        <pc:spChg chg="mod">
          <ac:chgData name="Rajesh Sha" userId="e5c330cc-b689-46e8-96b3-c9831a0eef2d" providerId="ADAL" clId="{66D4E6DF-50A5-459F-A2AB-EB2A579DE9F6}" dt="2026-08-05T02:36:00.943" v="96" actId="1076"/>
          <ac:spMkLst>
            <pc:docMk/>
            <pc:sldMk cId="0" sldId="267"/>
            <ac:spMk id="85" creationId="{00000000-0000-0000-0000-000000000000}"/>
          </ac:spMkLst>
        </pc:spChg>
        <pc:spChg chg="add del">
          <ac:chgData name="Rajesh Sha" userId="e5c330cc-b689-46e8-96b3-c9831a0eef2d" providerId="ADAL" clId="{66D4E6DF-50A5-459F-A2AB-EB2A579DE9F6}" dt="2026-08-05T02:36:40.934" v="113" actId="478"/>
          <ac:spMkLst>
            <pc:docMk/>
            <pc:sldMk cId="0" sldId="267"/>
            <ac:spMk id="86" creationId="{00000000-0000-0000-0000-000000000000}"/>
          </ac:spMkLst>
        </pc:spChg>
      </pc:sldChg>
      <pc:sldChg chg="modSp mod modNotesTx">
        <pc:chgData name="Rajesh Sha" userId="e5c330cc-b689-46e8-96b3-c9831a0eef2d" providerId="ADAL" clId="{66D4E6DF-50A5-459F-A2AB-EB2A579DE9F6}" dt="2026-08-05T05:02:57.338" v="743" actId="6549"/>
        <pc:sldMkLst>
          <pc:docMk/>
          <pc:sldMk cId="0" sldId="268"/>
        </pc:sldMkLst>
        <pc:spChg chg="mod">
          <ac:chgData name="Rajesh Sha" userId="e5c330cc-b689-46e8-96b3-c9831a0eef2d" providerId="ADAL" clId="{66D4E6DF-50A5-459F-A2AB-EB2A579DE9F6}" dt="2026-08-05T02:45:23.471" v="161" actId="27636"/>
          <ac:spMkLst>
            <pc:docMk/>
            <pc:sldMk cId="0" sldId="268"/>
            <ac:spMk id="3" creationId="{00000000-0000-0000-0000-000000000000}"/>
          </ac:spMkLst>
        </pc:spChg>
        <pc:spChg chg="mod">
          <ac:chgData name="Rajesh Sha" userId="e5c330cc-b689-46e8-96b3-c9831a0eef2d" providerId="ADAL" clId="{66D4E6DF-50A5-459F-A2AB-EB2A579DE9F6}" dt="2026-08-05T02:45:23.471" v="164" actId="27636"/>
          <ac:spMkLst>
            <pc:docMk/>
            <pc:sldMk cId="0" sldId="268"/>
            <ac:spMk id="6" creationId="{00000000-0000-0000-0000-000000000000}"/>
          </ac:spMkLst>
        </pc:spChg>
        <pc:spChg chg="mod">
          <ac:chgData name="Rajesh Sha" userId="e5c330cc-b689-46e8-96b3-c9831a0eef2d" providerId="ADAL" clId="{66D4E6DF-50A5-459F-A2AB-EB2A579DE9F6}" dt="2026-08-05T02:45:23.471" v="162" actId="27636"/>
          <ac:spMkLst>
            <pc:docMk/>
            <pc:sldMk cId="0" sldId="268"/>
            <ac:spMk id="9" creationId="{00000000-0000-0000-0000-000000000000}"/>
          </ac:spMkLst>
        </pc:spChg>
        <pc:spChg chg="mod">
          <ac:chgData name="Rajesh Sha" userId="e5c330cc-b689-46e8-96b3-c9831a0eef2d" providerId="ADAL" clId="{66D4E6DF-50A5-459F-A2AB-EB2A579DE9F6}" dt="2026-08-05T02:45:23.471" v="163" actId="27636"/>
          <ac:spMkLst>
            <pc:docMk/>
            <pc:sldMk cId="0" sldId="268"/>
            <ac:spMk id="12" creationId="{00000000-0000-0000-0000-000000000000}"/>
          </ac:spMkLst>
        </pc:spChg>
        <pc:spChg chg="mod">
          <ac:chgData name="Rajesh Sha" userId="e5c330cc-b689-46e8-96b3-c9831a0eef2d" providerId="ADAL" clId="{66D4E6DF-50A5-459F-A2AB-EB2A579DE9F6}" dt="2026-08-05T02:45:23.464" v="160" actId="27636"/>
          <ac:spMkLst>
            <pc:docMk/>
            <pc:sldMk cId="0" sldId="268"/>
            <ac:spMk id="15" creationId="{00000000-0000-0000-0000-000000000000}"/>
          </ac:spMkLst>
        </pc:spChg>
        <pc:spChg chg="mod">
          <ac:chgData name="Rajesh Sha" userId="e5c330cc-b689-46e8-96b3-c9831a0eef2d" providerId="ADAL" clId="{66D4E6DF-50A5-459F-A2AB-EB2A579DE9F6}" dt="2026-08-05T02:39:15.676" v="133" actId="6549"/>
          <ac:spMkLst>
            <pc:docMk/>
            <pc:sldMk cId="0" sldId="268"/>
            <ac:spMk id="16" creationId="{00000000-0000-0000-0000-000000000000}"/>
          </ac:spMkLst>
        </pc:spChg>
        <pc:spChg chg="mod">
          <ac:chgData name="Rajesh Sha" userId="e5c330cc-b689-46e8-96b3-c9831a0eef2d" providerId="ADAL" clId="{66D4E6DF-50A5-459F-A2AB-EB2A579DE9F6}" dt="2026-08-05T02:45:23.471" v="165" actId="27636"/>
          <ac:spMkLst>
            <pc:docMk/>
            <pc:sldMk cId="0" sldId="268"/>
            <ac:spMk id="18" creationId="{00000000-0000-0000-0000-000000000000}"/>
          </ac:spMkLst>
        </pc:spChg>
        <pc:spChg chg="mod">
          <ac:chgData name="Rajesh Sha" userId="e5c330cc-b689-46e8-96b3-c9831a0eef2d" providerId="ADAL" clId="{66D4E6DF-50A5-459F-A2AB-EB2A579DE9F6}" dt="2026-08-05T02:38:55.599" v="131" actId="6549"/>
          <ac:spMkLst>
            <pc:docMk/>
            <pc:sldMk cId="0" sldId="268"/>
            <ac:spMk id="19" creationId="{00000000-0000-0000-0000-000000000000}"/>
          </ac:spMkLst>
        </pc:spChg>
      </pc:sldChg>
      <pc:sldChg chg="modSp mod">
        <pc:chgData name="Rajesh Sha" userId="e5c330cc-b689-46e8-96b3-c9831a0eef2d" providerId="ADAL" clId="{66D4E6DF-50A5-459F-A2AB-EB2A579DE9F6}" dt="2026-08-05T02:45:23.498" v="167" actId="27636"/>
        <pc:sldMkLst>
          <pc:docMk/>
          <pc:sldMk cId="0" sldId="269"/>
        </pc:sldMkLst>
        <pc:spChg chg="mod">
          <ac:chgData name="Rajesh Sha" userId="e5c330cc-b689-46e8-96b3-c9831a0eef2d" providerId="ADAL" clId="{66D4E6DF-50A5-459F-A2AB-EB2A579DE9F6}" dt="2026-08-05T02:45:23.496" v="166" actId="27636"/>
          <ac:spMkLst>
            <pc:docMk/>
            <pc:sldMk cId="0" sldId="269"/>
            <ac:spMk id="3" creationId="{00000000-0000-0000-0000-000000000000}"/>
          </ac:spMkLst>
        </pc:spChg>
        <pc:spChg chg="mod">
          <ac:chgData name="Rajesh Sha" userId="e5c330cc-b689-46e8-96b3-c9831a0eef2d" providerId="ADAL" clId="{66D4E6DF-50A5-459F-A2AB-EB2A579DE9F6}" dt="2026-08-05T02:45:23.498" v="167" actId="27636"/>
          <ac:spMkLst>
            <pc:docMk/>
            <pc:sldMk cId="0" sldId="269"/>
            <ac:spMk id="5" creationId="{00000000-0000-0000-0000-000000000000}"/>
          </ac:spMkLst>
        </pc:spChg>
      </pc:sldChg>
      <pc:sldChg chg="delSp modSp mod">
        <pc:chgData name="Rajesh Sha" userId="e5c330cc-b689-46e8-96b3-c9831a0eef2d" providerId="ADAL" clId="{66D4E6DF-50A5-459F-A2AB-EB2A579DE9F6}" dt="2026-08-05T02:45:23.519" v="169" actId="27636"/>
        <pc:sldMkLst>
          <pc:docMk/>
          <pc:sldMk cId="0" sldId="270"/>
        </pc:sldMkLst>
        <pc:spChg chg="mod">
          <ac:chgData name="Rajesh Sha" userId="e5c330cc-b689-46e8-96b3-c9831a0eef2d" providerId="ADAL" clId="{66D4E6DF-50A5-459F-A2AB-EB2A579DE9F6}" dt="2026-08-05T02:45:23.513" v="168" actId="27636"/>
          <ac:spMkLst>
            <pc:docMk/>
            <pc:sldMk cId="0" sldId="270"/>
            <ac:spMk id="3" creationId="{00000000-0000-0000-0000-000000000000}"/>
          </ac:spMkLst>
        </pc:spChg>
        <pc:spChg chg="mod">
          <ac:chgData name="Rajesh Sha" userId="e5c330cc-b689-46e8-96b3-c9831a0eef2d" providerId="ADAL" clId="{66D4E6DF-50A5-459F-A2AB-EB2A579DE9F6}" dt="2026-08-05T02:45:23.519" v="169" actId="27636"/>
          <ac:spMkLst>
            <pc:docMk/>
            <pc:sldMk cId="0" sldId="270"/>
            <ac:spMk id="6" creationId="{00000000-0000-0000-0000-000000000000}"/>
          </ac:spMkLst>
        </pc:spChg>
        <pc:spChg chg="del">
          <ac:chgData name="Rajesh Sha" userId="e5c330cc-b689-46e8-96b3-c9831a0eef2d" providerId="ADAL" clId="{66D4E6DF-50A5-459F-A2AB-EB2A579DE9F6}" dt="2026-08-05T02:39:52.703" v="134" actId="478"/>
          <ac:spMkLst>
            <pc:docMk/>
            <pc:sldMk cId="0" sldId="270"/>
            <ac:spMk id="8" creationId="{00000000-0000-0000-0000-000000000000}"/>
          </ac:spMkLst>
        </pc:spChg>
      </pc:sldChg>
      <pc:sldChg chg="addSp delSp modSp add mod setBg modNotesTx">
        <pc:chgData name="Rajesh Sha" userId="e5c330cc-b689-46e8-96b3-c9831a0eef2d" providerId="ADAL" clId="{66D4E6DF-50A5-459F-A2AB-EB2A579DE9F6}" dt="2026-08-05T05:02:54.209" v="742" actId="6549"/>
        <pc:sldMkLst>
          <pc:docMk/>
          <pc:sldMk cId="1649571156" sldId="271"/>
        </pc:sldMkLst>
        <pc:spChg chg="ord">
          <ac:chgData name="Rajesh Sha" userId="e5c330cc-b689-46e8-96b3-c9831a0eef2d" providerId="ADAL" clId="{66D4E6DF-50A5-459F-A2AB-EB2A579DE9F6}" dt="2026-08-05T02:45:34.073" v="366" actId="26606"/>
          <ac:spMkLst>
            <pc:docMk/>
            <pc:sldMk cId="1649571156" sldId="271"/>
            <ac:spMk id="2" creationId="{A5202CDC-8D32-9359-BDD1-C12F1113C74E}"/>
          </ac:spMkLst>
        </pc:spChg>
        <pc:spChg chg="mod">
          <ac:chgData name="Rajesh Sha" userId="e5c330cc-b689-46e8-96b3-c9831a0eef2d" providerId="ADAL" clId="{66D4E6DF-50A5-459F-A2AB-EB2A579DE9F6}" dt="2026-08-05T02:45:34.073" v="366" actId="26606"/>
          <ac:spMkLst>
            <pc:docMk/>
            <pc:sldMk cId="1649571156" sldId="271"/>
            <ac:spMk id="3" creationId="{033B9B52-990C-8A17-218C-E2D326021878}"/>
          </ac:spMkLst>
        </pc:spChg>
        <pc:spChg chg="mod">
          <ac:chgData name="Rajesh Sha" userId="e5c330cc-b689-46e8-96b3-c9831a0eef2d" providerId="ADAL" clId="{66D4E6DF-50A5-459F-A2AB-EB2A579DE9F6}" dt="2026-08-05T02:48:12.486" v="387" actId="20577"/>
          <ac:spMkLst>
            <pc:docMk/>
            <pc:sldMk cId="1649571156" sldId="271"/>
            <ac:spMk id="4" creationId="{CE9F177C-96A2-B5C0-AB36-B6EFE80F10F8}"/>
          </ac:spMkLst>
        </pc:spChg>
        <pc:spChg chg="del">
          <ac:chgData name="Rajesh Sha" userId="e5c330cc-b689-46e8-96b3-c9831a0eef2d" providerId="ADAL" clId="{66D4E6DF-50A5-459F-A2AB-EB2A579DE9F6}" dt="2026-08-05T02:45:12.987" v="154" actId="478"/>
          <ac:spMkLst>
            <pc:docMk/>
            <pc:sldMk cId="1649571156" sldId="271"/>
            <ac:spMk id="6" creationId="{64B1C526-8F99-8856-5AFE-57B080D4C21D}"/>
          </ac:spMkLst>
        </pc:spChg>
        <pc:spChg chg="del mod">
          <ac:chgData name="Rajesh Sha" userId="e5c330cc-b689-46e8-96b3-c9831a0eef2d" providerId="ADAL" clId="{66D4E6DF-50A5-459F-A2AB-EB2A579DE9F6}" dt="2026-08-05T02:45:15.477" v="156" actId="478"/>
          <ac:spMkLst>
            <pc:docMk/>
            <pc:sldMk cId="1649571156" sldId="271"/>
            <ac:spMk id="7" creationId="{9D0B3C32-541A-E274-4A31-24BA8572C10C}"/>
          </ac:spMkLst>
        </pc:spChg>
        <pc:spChg chg="del mod">
          <ac:chgData name="Rajesh Sha" userId="e5c330cc-b689-46e8-96b3-c9831a0eef2d" providerId="ADAL" clId="{66D4E6DF-50A5-459F-A2AB-EB2A579DE9F6}" dt="2026-08-05T02:45:09.524" v="153" actId="478"/>
          <ac:spMkLst>
            <pc:docMk/>
            <pc:sldMk cId="1649571156" sldId="271"/>
            <ac:spMk id="8" creationId="{DF3058BA-24B5-D2BE-635B-44F7217F650B}"/>
          </ac:spMkLst>
        </pc:spChg>
        <pc:spChg chg="del">
          <ac:chgData name="Rajesh Sha" userId="e5c330cc-b689-46e8-96b3-c9831a0eef2d" providerId="ADAL" clId="{66D4E6DF-50A5-459F-A2AB-EB2A579DE9F6}" dt="2026-08-05T02:45:19.805" v="157" actId="478"/>
          <ac:spMkLst>
            <pc:docMk/>
            <pc:sldMk cId="1649571156" sldId="271"/>
            <ac:spMk id="9" creationId="{89858F7C-D3B7-8E3B-5F12-E1C1F57B4B6E}"/>
          </ac:spMkLst>
        </pc:spChg>
        <pc:spChg chg="mod">
          <ac:chgData name="Rajesh Sha" userId="e5c330cc-b689-46e8-96b3-c9831a0eef2d" providerId="ADAL" clId="{66D4E6DF-50A5-459F-A2AB-EB2A579DE9F6}" dt="2026-08-05T02:45:01.029" v="152" actId="27636"/>
          <ac:spMkLst>
            <pc:docMk/>
            <pc:sldMk cId="1649571156" sldId="271"/>
            <ac:spMk id="10" creationId="{3CA6C03D-3CB3-BCC6-4784-29500A6F531C}"/>
          </ac:spMkLst>
        </pc:spChg>
        <pc:spChg chg="del">
          <ac:chgData name="Rajesh Sha" userId="e5c330cc-b689-46e8-96b3-c9831a0eef2d" providerId="ADAL" clId="{66D4E6DF-50A5-459F-A2AB-EB2A579DE9F6}" dt="2026-08-05T02:45:19.805" v="157" actId="478"/>
          <ac:spMkLst>
            <pc:docMk/>
            <pc:sldMk cId="1649571156" sldId="271"/>
            <ac:spMk id="11" creationId="{15F9499E-854C-1C2C-222C-CC42CE23A647}"/>
          </ac:spMkLst>
        </pc:spChg>
        <pc:spChg chg="mod">
          <ac:chgData name="Rajesh Sha" userId="e5c330cc-b689-46e8-96b3-c9831a0eef2d" providerId="ADAL" clId="{66D4E6DF-50A5-459F-A2AB-EB2A579DE9F6}" dt="2026-08-05T02:45:01.011" v="142" actId="27636"/>
          <ac:spMkLst>
            <pc:docMk/>
            <pc:sldMk cId="1649571156" sldId="271"/>
            <ac:spMk id="12" creationId="{5440BDEF-86FB-F0BD-7FAD-2F83DC5E9DD1}"/>
          </ac:spMkLst>
        </pc:spChg>
        <pc:spChg chg="del">
          <ac:chgData name="Rajesh Sha" userId="e5c330cc-b689-46e8-96b3-c9831a0eef2d" providerId="ADAL" clId="{66D4E6DF-50A5-459F-A2AB-EB2A579DE9F6}" dt="2026-08-05T02:45:22.598" v="158" actId="478"/>
          <ac:spMkLst>
            <pc:docMk/>
            <pc:sldMk cId="1649571156" sldId="271"/>
            <ac:spMk id="13" creationId="{03A5AE12-EDA4-CD1F-409F-A437C3F91835}"/>
          </ac:spMkLst>
        </pc:spChg>
        <pc:spChg chg="del mod">
          <ac:chgData name="Rajesh Sha" userId="e5c330cc-b689-46e8-96b3-c9831a0eef2d" providerId="ADAL" clId="{66D4E6DF-50A5-459F-A2AB-EB2A579DE9F6}" dt="2026-08-05T02:45:09.524" v="153" actId="478"/>
          <ac:spMkLst>
            <pc:docMk/>
            <pc:sldMk cId="1649571156" sldId="271"/>
            <ac:spMk id="14" creationId="{15700E3A-0A4B-5F41-642B-EF7832F1033D}"/>
          </ac:spMkLst>
        </pc:spChg>
        <pc:spChg chg="mod">
          <ac:chgData name="Rajesh Sha" userId="e5c330cc-b689-46e8-96b3-c9831a0eef2d" providerId="ADAL" clId="{66D4E6DF-50A5-459F-A2AB-EB2A579DE9F6}" dt="2026-08-05T02:45:01.015" v="144" actId="27636"/>
          <ac:spMkLst>
            <pc:docMk/>
            <pc:sldMk cId="1649571156" sldId="271"/>
            <ac:spMk id="18" creationId="{2D7CEEDA-C0C4-FD5D-5AFF-4D2AD01DA989}"/>
          </ac:spMkLst>
        </pc:spChg>
        <pc:spChg chg="del">
          <ac:chgData name="Rajesh Sha" userId="e5c330cc-b689-46e8-96b3-c9831a0eef2d" providerId="ADAL" clId="{66D4E6DF-50A5-459F-A2AB-EB2A579DE9F6}" dt="2026-08-05T02:45:09.524" v="153" actId="478"/>
          <ac:spMkLst>
            <pc:docMk/>
            <pc:sldMk cId="1649571156" sldId="271"/>
            <ac:spMk id="23" creationId="{EF5CDDAD-0A5D-BC07-10E2-9A57B49F5E22}"/>
          </ac:spMkLst>
        </pc:spChg>
        <pc:spChg chg="del">
          <ac:chgData name="Rajesh Sha" userId="e5c330cc-b689-46e8-96b3-c9831a0eef2d" providerId="ADAL" clId="{66D4E6DF-50A5-459F-A2AB-EB2A579DE9F6}" dt="2026-08-05T02:45:09.524" v="153" actId="478"/>
          <ac:spMkLst>
            <pc:docMk/>
            <pc:sldMk cId="1649571156" sldId="271"/>
            <ac:spMk id="25" creationId="{CBDF1151-A004-B26B-852D-55C2D9F519B5}"/>
          </ac:spMkLst>
        </pc:spChg>
        <pc:spChg chg="del">
          <ac:chgData name="Rajesh Sha" userId="e5c330cc-b689-46e8-96b3-c9831a0eef2d" providerId="ADAL" clId="{66D4E6DF-50A5-459F-A2AB-EB2A579DE9F6}" dt="2026-08-05T02:45:09.524" v="153" actId="478"/>
          <ac:spMkLst>
            <pc:docMk/>
            <pc:sldMk cId="1649571156" sldId="271"/>
            <ac:spMk id="32" creationId="{813FF3C4-5F2F-5478-FD1D-4B4EE4404931}"/>
          </ac:spMkLst>
        </pc:spChg>
        <pc:spChg chg="mod">
          <ac:chgData name="Rajesh Sha" userId="e5c330cc-b689-46e8-96b3-c9831a0eef2d" providerId="ADAL" clId="{66D4E6DF-50A5-459F-A2AB-EB2A579DE9F6}" dt="2026-08-05T02:45:01.015" v="146" actId="27636"/>
          <ac:spMkLst>
            <pc:docMk/>
            <pc:sldMk cId="1649571156" sldId="271"/>
            <ac:spMk id="34" creationId="{B847B2D3-524E-29E8-0855-5CB0EEFEA7CE}"/>
          </ac:spMkLst>
        </pc:spChg>
        <pc:spChg chg="del">
          <ac:chgData name="Rajesh Sha" userId="e5c330cc-b689-46e8-96b3-c9831a0eef2d" providerId="ADAL" clId="{66D4E6DF-50A5-459F-A2AB-EB2A579DE9F6}" dt="2026-08-05T02:45:09.524" v="153" actId="478"/>
          <ac:spMkLst>
            <pc:docMk/>
            <pc:sldMk cId="1649571156" sldId="271"/>
            <ac:spMk id="36" creationId="{3746C7A3-477F-6933-472F-F72E4CC2AC1B}"/>
          </ac:spMkLst>
        </pc:spChg>
        <pc:spChg chg="del">
          <ac:chgData name="Rajesh Sha" userId="e5c330cc-b689-46e8-96b3-c9831a0eef2d" providerId="ADAL" clId="{66D4E6DF-50A5-459F-A2AB-EB2A579DE9F6}" dt="2026-08-05T02:45:09.524" v="153" actId="478"/>
          <ac:spMkLst>
            <pc:docMk/>
            <pc:sldMk cId="1649571156" sldId="271"/>
            <ac:spMk id="37" creationId="{468A49CB-CC38-BBFA-8B0A-0E456AF741F3}"/>
          </ac:spMkLst>
        </pc:spChg>
        <pc:spChg chg="add del">
          <ac:chgData name="Rajesh Sha" userId="e5c330cc-b689-46e8-96b3-c9831a0eef2d" providerId="ADAL" clId="{66D4E6DF-50A5-459F-A2AB-EB2A579DE9F6}" dt="2026-08-05T02:45:34.073" v="366" actId="26606"/>
          <ac:spMkLst>
            <pc:docMk/>
            <pc:sldMk cId="1649571156" sldId="271"/>
            <ac:spMk id="44" creationId="{131BAD53-4E89-4F62-BBB7-26359763ED39}"/>
          </ac:spMkLst>
        </pc:spChg>
        <pc:spChg chg="add del">
          <ac:chgData name="Rajesh Sha" userId="e5c330cc-b689-46e8-96b3-c9831a0eef2d" providerId="ADAL" clId="{66D4E6DF-50A5-459F-A2AB-EB2A579DE9F6}" dt="2026-08-05T02:45:34.073" v="366" actId="26606"/>
          <ac:spMkLst>
            <pc:docMk/>
            <pc:sldMk cId="1649571156" sldId="271"/>
            <ac:spMk id="46" creationId="{62756DA2-40EB-4C6F-B962-5822FFB54FB6}"/>
          </ac:spMkLst>
        </pc:spChg>
        <pc:spChg chg="mod">
          <ac:chgData name="Rajesh Sha" userId="e5c330cc-b689-46e8-96b3-c9831a0eef2d" providerId="ADAL" clId="{66D4E6DF-50A5-459F-A2AB-EB2A579DE9F6}" dt="2026-08-05T02:45:01.015" v="143" actId="27636"/>
          <ac:spMkLst>
            <pc:docMk/>
            <pc:sldMk cId="1649571156" sldId="271"/>
            <ac:spMk id="58" creationId="{EBC27464-E1AA-0E24-8E64-8ADC1C858F80}"/>
          </ac:spMkLst>
        </pc:spChg>
        <pc:spChg chg="mod">
          <ac:chgData name="Rajesh Sha" userId="e5c330cc-b689-46e8-96b3-c9831a0eef2d" providerId="ADAL" clId="{66D4E6DF-50A5-459F-A2AB-EB2A579DE9F6}" dt="2026-08-05T02:45:01.026" v="147" actId="27636"/>
          <ac:spMkLst>
            <pc:docMk/>
            <pc:sldMk cId="1649571156" sldId="271"/>
            <ac:spMk id="66" creationId="{BD49C976-B93B-96BA-C76B-4433550EBDF9}"/>
          </ac:spMkLst>
        </pc:spChg>
        <pc:spChg chg="del">
          <ac:chgData name="Rajesh Sha" userId="e5c330cc-b689-46e8-96b3-c9831a0eef2d" providerId="ADAL" clId="{66D4E6DF-50A5-459F-A2AB-EB2A579DE9F6}" dt="2026-08-05T02:45:09.524" v="153" actId="478"/>
          <ac:spMkLst>
            <pc:docMk/>
            <pc:sldMk cId="1649571156" sldId="271"/>
            <ac:spMk id="70" creationId="{38691755-F4A0-2612-CA27-A54FE2921619}"/>
          </ac:spMkLst>
        </pc:spChg>
        <pc:spChg chg="del">
          <ac:chgData name="Rajesh Sha" userId="e5c330cc-b689-46e8-96b3-c9831a0eef2d" providerId="ADAL" clId="{66D4E6DF-50A5-459F-A2AB-EB2A579DE9F6}" dt="2026-08-05T02:45:09.524" v="153" actId="478"/>
          <ac:spMkLst>
            <pc:docMk/>
            <pc:sldMk cId="1649571156" sldId="271"/>
            <ac:spMk id="73" creationId="{6BCC0114-9623-CEEA-E4CB-EA3B36A126BF}"/>
          </ac:spMkLst>
        </pc:spChg>
        <pc:spChg chg="mod">
          <ac:chgData name="Rajesh Sha" userId="e5c330cc-b689-46e8-96b3-c9831a0eef2d" providerId="ADAL" clId="{66D4E6DF-50A5-459F-A2AB-EB2A579DE9F6}" dt="2026-08-05T02:45:01.029" v="148" actId="27636"/>
          <ac:spMkLst>
            <pc:docMk/>
            <pc:sldMk cId="1649571156" sldId="271"/>
            <ac:spMk id="76" creationId="{BC4C3FEF-7BB6-A67C-4E85-FC8ED724346A}"/>
          </ac:spMkLst>
        </pc:spChg>
        <pc:spChg chg="del">
          <ac:chgData name="Rajesh Sha" userId="e5c330cc-b689-46e8-96b3-c9831a0eef2d" providerId="ADAL" clId="{66D4E6DF-50A5-459F-A2AB-EB2A579DE9F6}" dt="2026-08-05T02:45:09.524" v="153" actId="478"/>
          <ac:spMkLst>
            <pc:docMk/>
            <pc:sldMk cId="1649571156" sldId="271"/>
            <ac:spMk id="80" creationId="{DC8737C8-4368-0999-DA94-926B198F03F0}"/>
          </ac:spMkLst>
        </pc:spChg>
        <pc:graphicFrameChg chg="add mod modGraphic">
          <ac:chgData name="Rajesh Sha" userId="e5c330cc-b689-46e8-96b3-c9831a0eef2d" providerId="ADAL" clId="{66D4E6DF-50A5-459F-A2AB-EB2A579DE9F6}" dt="2026-08-05T04:29:27.842" v="488"/>
          <ac:graphicFrameMkLst>
            <pc:docMk/>
            <pc:sldMk cId="1649571156" sldId="271"/>
            <ac:graphicFrameMk id="39" creationId="{8FB7524F-F477-327B-A25A-D0D3C7DDB2D2}"/>
          </ac:graphicFrameMkLst>
        </pc:graphicFrameChg>
      </pc:sldChg>
      <pc:sldChg chg="addSp delSp modSp add del mod setBg modNotesTx">
        <pc:chgData name="Rajesh Sha" userId="e5c330cc-b689-46e8-96b3-c9831a0eef2d" providerId="ADAL" clId="{66D4E6DF-50A5-459F-A2AB-EB2A579DE9F6}" dt="2026-08-05T05:08:21.668" v="804" actId="47"/>
        <pc:sldMkLst>
          <pc:docMk/>
          <pc:sldMk cId="0" sldId="272"/>
        </pc:sldMkLst>
        <pc:spChg chg="mod">
          <ac:chgData name="Rajesh Sha" userId="e5c330cc-b689-46e8-96b3-c9831a0eef2d" providerId="ADAL" clId="{66D4E6DF-50A5-459F-A2AB-EB2A579DE9F6}" dt="2026-08-05T05:06:54.939" v="786" actId="1076"/>
          <ac:spMkLst>
            <pc:docMk/>
            <pc:sldMk cId="0" sldId="272"/>
            <ac:spMk id="2" creationId="{00000000-0000-0000-0000-000000000000}"/>
          </ac:spMkLst>
        </pc:spChg>
        <pc:spChg chg="mod">
          <ac:chgData name="Rajesh Sha" userId="e5c330cc-b689-46e8-96b3-c9831a0eef2d" providerId="ADAL" clId="{66D4E6DF-50A5-459F-A2AB-EB2A579DE9F6}" dt="2026-08-05T05:06:54.939" v="786" actId="1076"/>
          <ac:spMkLst>
            <pc:docMk/>
            <pc:sldMk cId="0" sldId="272"/>
            <ac:spMk id="3" creationId="{00000000-0000-0000-0000-000000000000}"/>
          </ac:spMkLst>
        </pc:spChg>
        <pc:spChg chg="mod">
          <ac:chgData name="Rajesh Sha" userId="e5c330cc-b689-46e8-96b3-c9831a0eef2d" providerId="ADAL" clId="{66D4E6DF-50A5-459F-A2AB-EB2A579DE9F6}" dt="2026-08-05T03:10:35.487" v="395" actId="27636"/>
          <ac:spMkLst>
            <pc:docMk/>
            <pc:sldMk cId="0" sldId="272"/>
            <ac:spMk id="4" creationId="{00000000-0000-0000-0000-000000000000}"/>
          </ac:spMkLst>
        </pc:spChg>
        <pc:spChg chg="mod">
          <ac:chgData name="Rajesh Sha" userId="e5c330cc-b689-46e8-96b3-c9831a0eef2d" providerId="ADAL" clId="{66D4E6DF-50A5-459F-A2AB-EB2A579DE9F6}" dt="2026-08-05T04:50:18.470" v="631" actId="1076"/>
          <ac:spMkLst>
            <pc:docMk/>
            <pc:sldMk cId="0" sldId="272"/>
            <ac:spMk id="6" creationId="{00000000-0000-0000-0000-000000000000}"/>
          </ac:spMkLst>
        </pc:spChg>
        <pc:spChg chg="mod">
          <ac:chgData name="Rajesh Sha" userId="e5c330cc-b689-46e8-96b3-c9831a0eef2d" providerId="ADAL" clId="{66D4E6DF-50A5-459F-A2AB-EB2A579DE9F6}" dt="2026-08-05T03:10:35.503" v="396" actId="27636"/>
          <ac:spMkLst>
            <pc:docMk/>
            <pc:sldMk cId="0" sldId="272"/>
            <ac:spMk id="12" creationId="{00000000-0000-0000-0000-000000000000}"/>
          </ac:spMkLst>
        </pc:spChg>
        <pc:spChg chg="mod">
          <ac:chgData name="Rajesh Sha" userId="e5c330cc-b689-46e8-96b3-c9831a0eef2d" providerId="ADAL" clId="{66D4E6DF-50A5-459F-A2AB-EB2A579DE9F6}" dt="2026-08-05T05:06:54.939" v="786" actId="1076"/>
          <ac:spMkLst>
            <pc:docMk/>
            <pc:sldMk cId="0" sldId="272"/>
            <ac:spMk id="13" creationId="{00000000-0000-0000-0000-000000000000}"/>
          </ac:spMkLst>
        </pc:spChg>
        <pc:spChg chg="mod">
          <ac:chgData name="Rajesh Sha" userId="e5c330cc-b689-46e8-96b3-c9831a0eef2d" providerId="ADAL" clId="{66D4E6DF-50A5-459F-A2AB-EB2A579DE9F6}" dt="2026-08-05T03:11:21.111" v="404" actId="6549"/>
          <ac:spMkLst>
            <pc:docMk/>
            <pc:sldMk cId="0" sldId="272"/>
            <ac:spMk id="20" creationId="{00000000-0000-0000-0000-000000000000}"/>
          </ac:spMkLst>
        </pc:spChg>
        <pc:spChg chg="mod">
          <ac:chgData name="Rajesh Sha" userId="e5c330cc-b689-46e8-96b3-c9831a0eef2d" providerId="ADAL" clId="{66D4E6DF-50A5-459F-A2AB-EB2A579DE9F6}" dt="2026-08-05T05:06:54.939" v="786" actId="1076"/>
          <ac:spMkLst>
            <pc:docMk/>
            <pc:sldMk cId="0" sldId="272"/>
            <ac:spMk id="21" creationId="{00000000-0000-0000-0000-000000000000}"/>
          </ac:spMkLst>
        </pc:spChg>
        <pc:spChg chg="mod">
          <ac:chgData name="Rajesh Sha" userId="e5c330cc-b689-46e8-96b3-c9831a0eef2d" providerId="ADAL" clId="{66D4E6DF-50A5-459F-A2AB-EB2A579DE9F6}" dt="2026-08-05T03:14:48.104" v="415" actId="20577"/>
          <ac:spMkLst>
            <pc:docMk/>
            <pc:sldMk cId="0" sldId="272"/>
            <ac:spMk id="22" creationId="{00000000-0000-0000-0000-000000000000}"/>
          </ac:spMkLst>
        </pc:spChg>
        <pc:spChg chg="mod">
          <ac:chgData name="Rajesh Sha" userId="e5c330cc-b689-46e8-96b3-c9831a0eef2d" providerId="ADAL" clId="{66D4E6DF-50A5-459F-A2AB-EB2A579DE9F6}" dt="2026-08-05T03:15:44.700" v="427" actId="113"/>
          <ac:spMkLst>
            <pc:docMk/>
            <pc:sldMk cId="0" sldId="272"/>
            <ac:spMk id="24" creationId="{00000000-0000-0000-0000-000000000000}"/>
          </ac:spMkLst>
        </pc:spChg>
        <pc:spChg chg="mod">
          <ac:chgData name="Rajesh Sha" userId="e5c330cc-b689-46e8-96b3-c9831a0eef2d" providerId="ADAL" clId="{66D4E6DF-50A5-459F-A2AB-EB2A579DE9F6}" dt="2026-08-05T03:13:22.964" v="412"/>
          <ac:spMkLst>
            <pc:docMk/>
            <pc:sldMk cId="0" sldId="272"/>
            <ac:spMk id="26" creationId="{00000000-0000-0000-0000-000000000000}"/>
          </ac:spMkLst>
        </pc:spChg>
        <pc:spChg chg="mod">
          <ac:chgData name="Rajesh Sha" userId="e5c330cc-b689-46e8-96b3-c9831a0eef2d" providerId="ADAL" clId="{66D4E6DF-50A5-459F-A2AB-EB2A579DE9F6}" dt="2026-08-05T05:06:54.939" v="786" actId="1076"/>
          <ac:spMkLst>
            <pc:docMk/>
            <pc:sldMk cId="0" sldId="272"/>
            <ac:spMk id="28" creationId="{00000000-0000-0000-0000-000000000000}"/>
          </ac:spMkLst>
        </pc:spChg>
        <pc:spChg chg="mod">
          <ac:chgData name="Rajesh Sha" userId="e5c330cc-b689-46e8-96b3-c9831a0eef2d" providerId="ADAL" clId="{66D4E6DF-50A5-459F-A2AB-EB2A579DE9F6}" dt="2026-08-05T03:14:26.969" v="413"/>
          <ac:spMkLst>
            <pc:docMk/>
            <pc:sldMk cId="0" sldId="272"/>
            <ac:spMk id="30" creationId="{00000000-0000-0000-0000-000000000000}"/>
          </ac:spMkLst>
        </pc:spChg>
        <pc:spChg chg="add del">
          <ac:chgData name="Rajesh Sha" userId="e5c330cc-b689-46e8-96b3-c9831a0eef2d" providerId="ADAL" clId="{66D4E6DF-50A5-459F-A2AB-EB2A579DE9F6}" dt="2026-08-05T04:50:21.706" v="634" actId="478"/>
          <ac:spMkLst>
            <pc:docMk/>
            <pc:sldMk cId="0" sldId="272"/>
            <ac:spMk id="31" creationId="{00000000-0000-0000-0000-000000000000}"/>
          </ac:spMkLst>
        </pc:spChg>
        <pc:spChg chg="mod">
          <ac:chgData name="Rajesh Sha" userId="e5c330cc-b689-46e8-96b3-c9831a0eef2d" providerId="ADAL" clId="{66D4E6DF-50A5-459F-A2AB-EB2A579DE9F6}" dt="2026-08-05T05:06:54.939" v="786" actId="1076"/>
          <ac:spMkLst>
            <pc:docMk/>
            <pc:sldMk cId="0" sldId="272"/>
            <ac:spMk id="32" creationId="{00000000-0000-0000-0000-000000000000}"/>
          </ac:spMkLst>
        </pc:spChg>
        <pc:spChg chg="add del mod">
          <ac:chgData name="Rajesh Sha" userId="e5c330cc-b689-46e8-96b3-c9831a0eef2d" providerId="ADAL" clId="{66D4E6DF-50A5-459F-A2AB-EB2A579DE9F6}" dt="2026-08-05T05:06:54.939" v="786" actId="1076"/>
          <ac:spMkLst>
            <pc:docMk/>
            <pc:sldMk cId="0" sldId="272"/>
            <ac:spMk id="33" creationId="{00000000-0000-0000-0000-000000000000}"/>
          </ac:spMkLst>
        </pc:spChg>
        <pc:spChg chg="mod">
          <ac:chgData name="Rajesh Sha" userId="e5c330cc-b689-46e8-96b3-c9831a0eef2d" providerId="ADAL" clId="{66D4E6DF-50A5-459F-A2AB-EB2A579DE9F6}" dt="2026-08-05T03:15:30.462" v="426" actId="27636"/>
          <ac:spMkLst>
            <pc:docMk/>
            <pc:sldMk cId="0" sldId="272"/>
            <ac:spMk id="34" creationId="{00000000-0000-0000-0000-000000000000}"/>
          </ac:spMkLst>
        </pc:spChg>
        <pc:spChg chg="add del mod">
          <ac:chgData name="Rajesh Sha" userId="e5c330cc-b689-46e8-96b3-c9831a0eef2d" providerId="ADAL" clId="{66D4E6DF-50A5-459F-A2AB-EB2A579DE9F6}" dt="2026-08-05T04:49:47.677" v="627" actId="478"/>
          <ac:spMkLst>
            <pc:docMk/>
            <pc:sldMk cId="0" sldId="272"/>
            <ac:spMk id="36" creationId="{00000000-0000-0000-0000-000000000000}"/>
          </ac:spMkLst>
        </pc:spChg>
        <pc:spChg chg="mod">
          <ac:chgData name="Rajesh Sha" userId="e5c330cc-b689-46e8-96b3-c9831a0eef2d" providerId="ADAL" clId="{66D4E6DF-50A5-459F-A2AB-EB2A579DE9F6}" dt="2026-08-05T03:16:25.379" v="430"/>
          <ac:spMkLst>
            <pc:docMk/>
            <pc:sldMk cId="0" sldId="272"/>
            <ac:spMk id="38" creationId="{00000000-0000-0000-0000-000000000000}"/>
          </ac:spMkLst>
        </pc:spChg>
        <pc:spChg chg="mod">
          <ac:chgData name="Rajesh Sha" userId="e5c330cc-b689-46e8-96b3-c9831a0eef2d" providerId="ADAL" clId="{66D4E6DF-50A5-459F-A2AB-EB2A579DE9F6}" dt="2026-08-05T05:06:54.939" v="786" actId="1076"/>
          <ac:spMkLst>
            <pc:docMk/>
            <pc:sldMk cId="0" sldId="272"/>
            <ac:spMk id="39" creationId="{00000000-0000-0000-0000-000000000000}"/>
          </ac:spMkLst>
        </pc:spChg>
        <pc:spChg chg="mod">
          <ac:chgData name="Rajesh Sha" userId="e5c330cc-b689-46e8-96b3-c9831a0eef2d" providerId="ADAL" clId="{66D4E6DF-50A5-459F-A2AB-EB2A579DE9F6}" dt="2026-08-05T03:16:52.759" v="435" actId="20577"/>
          <ac:spMkLst>
            <pc:docMk/>
            <pc:sldMk cId="0" sldId="272"/>
            <ac:spMk id="40" creationId="{00000000-0000-0000-0000-000000000000}"/>
          </ac:spMkLst>
        </pc:spChg>
        <pc:spChg chg="mod">
          <ac:chgData name="Rajesh Sha" userId="e5c330cc-b689-46e8-96b3-c9831a0eef2d" providerId="ADAL" clId="{66D4E6DF-50A5-459F-A2AB-EB2A579DE9F6}" dt="2026-08-05T05:06:54.939" v="786" actId="1076"/>
          <ac:spMkLst>
            <pc:docMk/>
            <pc:sldMk cId="0" sldId="272"/>
            <ac:spMk id="41" creationId="{00000000-0000-0000-0000-000000000000}"/>
          </ac:spMkLst>
        </pc:spChg>
        <pc:spChg chg="mod">
          <ac:chgData name="Rajesh Sha" userId="e5c330cc-b689-46e8-96b3-c9831a0eef2d" providerId="ADAL" clId="{66D4E6DF-50A5-459F-A2AB-EB2A579DE9F6}" dt="2026-08-05T04:50:20.624" v="633" actId="1076"/>
          <ac:spMkLst>
            <pc:docMk/>
            <pc:sldMk cId="0" sldId="272"/>
            <ac:spMk id="42" creationId="{00000000-0000-0000-0000-000000000000}"/>
          </ac:spMkLst>
        </pc:spChg>
        <pc:spChg chg="mod">
          <ac:chgData name="Rajesh Sha" userId="e5c330cc-b689-46e8-96b3-c9831a0eef2d" providerId="ADAL" clId="{66D4E6DF-50A5-459F-A2AB-EB2A579DE9F6}" dt="2026-08-05T05:05:02.794" v="767" actId="14100"/>
          <ac:spMkLst>
            <pc:docMk/>
            <pc:sldMk cId="0" sldId="272"/>
            <ac:spMk id="43" creationId="{00000000-0000-0000-0000-000000000000}"/>
          </ac:spMkLst>
        </pc:spChg>
        <pc:spChg chg="mod">
          <ac:chgData name="Rajesh Sha" userId="e5c330cc-b689-46e8-96b3-c9831a0eef2d" providerId="ADAL" clId="{66D4E6DF-50A5-459F-A2AB-EB2A579DE9F6}" dt="2026-08-05T05:06:54.939" v="786" actId="1076"/>
          <ac:spMkLst>
            <pc:docMk/>
            <pc:sldMk cId="0" sldId="272"/>
            <ac:spMk id="44" creationId="{00000000-0000-0000-0000-000000000000}"/>
          </ac:spMkLst>
        </pc:spChg>
        <pc:spChg chg="mod">
          <ac:chgData name="Rajesh Sha" userId="e5c330cc-b689-46e8-96b3-c9831a0eef2d" providerId="ADAL" clId="{66D4E6DF-50A5-459F-A2AB-EB2A579DE9F6}" dt="2026-08-05T05:04:56.402" v="765" actId="403"/>
          <ac:spMkLst>
            <pc:docMk/>
            <pc:sldMk cId="0" sldId="272"/>
            <ac:spMk id="45" creationId="{00000000-0000-0000-0000-000000000000}"/>
          </ac:spMkLst>
        </pc:spChg>
      </pc:sldChg>
      <pc:sldChg chg="add del ord setBg">
        <pc:chgData name="Rajesh Sha" userId="e5c330cc-b689-46e8-96b3-c9831a0eef2d" providerId="ADAL" clId="{66D4E6DF-50A5-459F-A2AB-EB2A579DE9F6}" dt="2026-08-05T03:10:17.478" v="392" actId="47"/>
        <pc:sldMkLst>
          <pc:docMk/>
          <pc:sldMk cId="573431559" sldId="272"/>
        </pc:sldMkLst>
      </pc:sldChg>
      <pc:sldChg chg="addSp delSp modSp add mod">
        <pc:chgData name="Rajesh Sha" userId="e5c330cc-b689-46e8-96b3-c9831a0eef2d" providerId="ADAL" clId="{66D4E6DF-50A5-459F-A2AB-EB2A579DE9F6}" dt="2026-08-05T05:13:19.835" v="837" actId="207"/>
        <pc:sldMkLst>
          <pc:docMk/>
          <pc:sldMk cId="2719805980" sldId="273"/>
        </pc:sldMkLst>
        <pc:spChg chg="del">
          <ac:chgData name="Rajesh Sha" userId="e5c330cc-b689-46e8-96b3-c9831a0eef2d" providerId="ADAL" clId="{66D4E6DF-50A5-459F-A2AB-EB2A579DE9F6}" dt="2026-08-05T04:37:01.578" v="539" actId="478"/>
          <ac:spMkLst>
            <pc:docMk/>
            <pc:sldMk cId="2719805980" sldId="273"/>
            <ac:spMk id="6" creationId="{77994882-FD2E-2943-74F3-8889E291891A}"/>
          </ac:spMkLst>
        </pc:spChg>
        <pc:spChg chg="mod">
          <ac:chgData name="Rajesh Sha" userId="e5c330cc-b689-46e8-96b3-c9831a0eef2d" providerId="ADAL" clId="{66D4E6DF-50A5-459F-A2AB-EB2A579DE9F6}" dt="2026-08-05T04:40:09.601" v="584" actId="1076"/>
          <ac:spMkLst>
            <pc:docMk/>
            <pc:sldMk cId="2719805980" sldId="273"/>
            <ac:spMk id="7" creationId="{9B263DF8-36BB-95C6-6000-E137D58E80D5}"/>
          </ac:spMkLst>
        </pc:spChg>
        <pc:spChg chg="del">
          <ac:chgData name="Rajesh Sha" userId="e5c330cc-b689-46e8-96b3-c9831a0eef2d" providerId="ADAL" clId="{66D4E6DF-50A5-459F-A2AB-EB2A579DE9F6}" dt="2026-08-05T04:37:05.235" v="540" actId="478"/>
          <ac:spMkLst>
            <pc:docMk/>
            <pc:sldMk cId="2719805980" sldId="273"/>
            <ac:spMk id="8" creationId="{562525F6-F579-BC98-CAC6-D55EA0C943A1}"/>
          </ac:spMkLst>
        </pc:spChg>
        <pc:spChg chg="del">
          <ac:chgData name="Rajesh Sha" userId="e5c330cc-b689-46e8-96b3-c9831a0eef2d" providerId="ADAL" clId="{66D4E6DF-50A5-459F-A2AB-EB2A579DE9F6}" dt="2026-08-05T04:37:38.462" v="548" actId="478"/>
          <ac:spMkLst>
            <pc:docMk/>
            <pc:sldMk cId="2719805980" sldId="273"/>
            <ac:spMk id="9" creationId="{FDEA3DD0-5ADF-4A20-9C27-65013E59BCFE}"/>
          </ac:spMkLst>
        </pc:spChg>
        <pc:spChg chg="del">
          <ac:chgData name="Rajesh Sha" userId="e5c330cc-b689-46e8-96b3-c9831a0eef2d" providerId="ADAL" clId="{66D4E6DF-50A5-459F-A2AB-EB2A579DE9F6}" dt="2026-08-05T04:37:41.186" v="549" actId="478"/>
          <ac:spMkLst>
            <pc:docMk/>
            <pc:sldMk cId="2719805980" sldId="273"/>
            <ac:spMk id="10" creationId="{7D89DEA3-5FF8-032B-7FFD-B3B723A04046}"/>
          </ac:spMkLst>
        </pc:spChg>
        <pc:spChg chg="del mod">
          <ac:chgData name="Rajesh Sha" userId="e5c330cc-b689-46e8-96b3-c9831a0eef2d" providerId="ADAL" clId="{66D4E6DF-50A5-459F-A2AB-EB2A579DE9F6}" dt="2026-08-05T04:37:38.462" v="548" actId="478"/>
          <ac:spMkLst>
            <pc:docMk/>
            <pc:sldMk cId="2719805980" sldId="273"/>
            <ac:spMk id="11" creationId="{EB8B3959-1396-C139-5A5B-A0D7798AD109}"/>
          </ac:spMkLst>
        </pc:spChg>
        <pc:spChg chg="del">
          <ac:chgData name="Rajesh Sha" userId="e5c330cc-b689-46e8-96b3-c9831a0eef2d" providerId="ADAL" clId="{66D4E6DF-50A5-459F-A2AB-EB2A579DE9F6}" dt="2026-08-05T04:37:43.262" v="550" actId="478"/>
          <ac:spMkLst>
            <pc:docMk/>
            <pc:sldMk cId="2719805980" sldId="273"/>
            <ac:spMk id="12" creationId="{80CF1C7C-7683-E4F6-7037-FFAAECDCA74B}"/>
          </ac:spMkLst>
        </pc:spChg>
        <pc:spChg chg="del">
          <ac:chgData name="Rajesh Sha" userId="e5c330cc-b689-46e8-96b3-c9831a0eef2d" providerId="ADAL" clId="{66D4E6DF-50A5-459F-A2AB-EB2A579DE9F6}" dt="2026-08-05T04:37:38.462" v="548" actId="478"/>
          <ac:spMkLst>
            <pc:docMk/>
            <pc:sldMk cId="2719805980" sldId="273"/>
            <ac:spMk id="13" creationId="{C0DA63AA-261D-4731-C4BA-DEB6E1605685}"/>
          </ac:spMkLst>
        </pc:spChg>
        <pc:spChg chg="del">
          <ac:chgData name="Rajesh Sha" userId="e5c330cc-b689-46e8-96b3-c9831a0eef2d" providerId="ADAL" clId="{66D4E6DF-50A5-459F-A2AB-EB2A579DE9F6}" dt="2026-08-05T04:37:38.462" v="548" actId="478"/>
          <ac:spMkLst>
            <pc:docMk/>
            <pc:sldMk cId="2719805980" sldId="273"/>
            <ac:spMk id="14" creationId="{AFDCB09A-AF07-73CF-D5FC-3D91C3A1F4E2}"/>
          </ac:spMkLst>
        </pc:spChg>
        <pc:spChg chg="del">
          <ac:chgData name="Rajesh Sha" userId="e5c330cc-b689-46e8-96b3-c9831a0eef2d" providerId="ADAL" clId="{66D4E6DF-50A5-459F-A2AB-EB2A579DE9F6}" dt="2026-08-05T04:37:38.462" v="548" actId="478"/>
          <ac:spMkLst>
            <pc:docMk/>
            <pc:sldMk cId="2719805980" sldId="273"/>
            <ac:spMk id="15" creationId="{5813748E-6E58-B03E-B8C1-156F8BEF2691}"/>
          </ac:spMkLst>
        </pc:spChg>
        <pc:spChg chg="del">
          <ac:chgData name="Rajesh Sha" userId="e5c330cc-b689-46e8-96b3-c9831a0eef2d" providerId="ADAL" clId="{66D4E6DF-50A5-459F-A2AB-EB2A579DE9F6}" dt="2026-08-05T04:36:59.607" v="538" actId="478"/>
          <ac:spMkLst>
            <pc:docMk/>
            <pc:sldMk cId="2719805980" sldId="273"/>
            <ac:spMk id="16" creationId="{6267BDD2-6C08-73E0-B396-F23BF6559AF0}"/>
          </ac:spMkLst>
        </pc:spChg>
        <pc:spChg chg="mod">
          <ac:chgData name="Rajesh Sha" userId="e5c330cc-b689-46e8-96b3-c9831a0eef2d" providerId="ADAL" clId="{66D4E6DF-50A5-459F-A2AB-EB2A579DE9F6}" dt="2026-08-05T05:12:38.201" v="835" actId="20577"/>
          <ac:spMkLst>
            <pc:docMk/>
            <pc:sldMk cId="2719805980" sldId="273"/>
            <ac:spMk id="17" creationId="{EF8C52CA-BB70-E952-07D8-90EBF0E84C12}"/>
          </ac:spMkLst>
        </pc:spChg>
        <pc:spChg chg="del">
          <ac:chgData name="Rajesh Sha" userId="e5c330cc-b689-46e8-96b3-c9831a0eef2d" providerId="ADAL" clId="{66D4E6DF-50A5-459F-A2AB-EB2A579DE9F6}" dt="2026-08-05T04:37:48.771" v="551" actId="478"/>
          <ac:spMkLst>
            <pc:docMk/>
            <pc:sldMk cId="2719805980" sldId="273"/>
            <ac:spMk id="18" creationId="{9CD6BEB5-0932-1525-852E-9A01F531FE7C}"/>
          </ac:spMkLst>
        </pc:spChg>
        <pc:spChg chg="del">
          <ac:chgData name="Rajesh Sha" userId="e5c330cc-b689-46e8-96b3-c9831a0eef2d" providerId="ADAL" clId="{66D4E6DF-50A5-459F-A2AB-EB2A579DE9F6}" dt="2026-08-05T04:37:08.340" v="541" actId="478"/>
          <ac:spMkLst>
            <pc:docMk/>
            <pc:sldMk cId="2719805980" sldId="273"/>
            <ac:spMk id="19" creationId="{ECE7FB5A-D55A-4E92-3246-BEE79DF02034}"/>
          </ac:spMkLst>
        </pc:spChg>
        <pc:spChg chg="del mod">
          <ac:chgData name="Rajesh Sha" userId="e5c330cc-b689-46e8-96b3-c9831a0eef2d" providerId="ADAL" clId="{66D4E6DF-50A5-459F-A2AB-EB2A579DE9F6}" dt="2026-08-05T04:37:57.119" v="555" actId="478"/>
          <ac:spMkLst>
            <pc:docMk/>
            <pc:sldMk cId="2719805980" sldId="273"/>
            <ac:spMk id="20" creationId="{62A503F7-5529-7324-62AB-0388E7F51A60}"/>
          </ac:spMkLst>
        </pc:spChg>
        <pc:spChg chg="del">
          <ac:chgData name="Rajesh Sha" userId="e5c330cc-b689-46e8-96b3-c9831a0eef2d" providerId="ADAL" clId="{66D4E6DF-50A5-459F-A2AB-EB2A579DE9F6}" dt="2026-08-05T04:37:53.381" v="553" actId="478"/>
          <ac:spMkLst>
            <pc:docMk/>
            <pc:sldMk cId="2719805980" sldId="273"/>
            <ac:spMk id="21" creationId="{96B6791E-4F96-CA37-4D0D-644578F9877B}"/>
          </ac:spMkLst>
        </pc:spChg>
        <pc:spChg chg="del">
          <ac:chgData name="Rajesh Sha" userId="e5c330cc-b689-46e8-96b3-c9831a0eef2d" providerId="ADAL" clId="{66D4E6DF-50A5-459F-A2AB-EB2A579DE9F6}" dt="2026-08-05T04:37:55.109" v="554" actId="478"/>
          <ac:spMkLst>
            <pc:docMk/>
            <pc:sldMk cId="2719805980" sldId="273"/>
            <ac:spMk id="22" creationId="{5697145B-08A1-E73B-BE58-9584FF7CD44A}"/>
          </ac:spMkLst>
        </pc:spChg>
        <pc:spChg chg="del">
          <ac:chgData name="Rajesh Sha" userId="e5c330cc-b689-46e8-96b3-c9831a0eef2d" providerId="ADAL" clId="{66D4E6DF-50A5-459F-A2AB-EB2A579DE9F6}" dt="2026-08-05T04:37:53.381" v="553" actId="478"/>
          <ac:spMkLst>
            <pc:docMk/>
            <pc:sldMk cId="2719805980" sldId="273"/>
            <ac:spMk id="23" creationId="{1CBA48F5-FD99-85C5-14DF-3E1F9B3B6454}"/>
          </ac:spMkLst>
        </pc:spChg>
        <pc:spChg chg="del">
          <ac:chgData name="Rajesh Sha" userId="e5c330cc-b689-46e8-96b3-c9831a0eef2d" providerId="ADAL" clId="{66D4E6DF-50A5-459F-A2AB-EB2A579DE9F6}" dt="2026-08-05T04:37:53.381" v="553" actId="478"/>
          <ac:spMkLst>
            <pc:docMk/>
            <pc:sldMk cId="2719805980" sldId="273"/>
            <ac:spMk id="24" creationId="{2B6F3FB9-7196-7BCD-02B7-853C0FC471AA}"/>
          </ac:spMkLst>
        </pc:spChg>
        <pc:spChg chg="del">
          <ac:chgData name="Rajesh Sha" userId="e5c330cc-b689-46e8-96b3-c9831a0eef2d" providerId="ADAL" clId="{66D4E6DF-50A5-459F-A2AB-EB2A579DE9F6}" dt="2026-08-05T04:37:53.381" v="553" actId="478"/>
          <ac:spMkLst>
            <pc:docMk/>
            <pc:sldMk cId="2719805980" sldId="273"/>
            <ac:spMk id="25" creationId="{F1C229E2-696C-93AD-9DAE-D423B0A93461}"/>
          </ac:spMkLst>
        </pc:spChg>
        <pc:spChg chg="add mod">
          <ac:chgData name="Rajesh Sha" userId="e5c330cc-b689-46e8-96b3-c9831a0eef2d" providerId="ADAL" clId="{66D4E6DF-50A5-459F-A2AB-EB2A579DE9F6}" dt="2026-08-05T05:13:07.605" v="836" actId="207"/>
          <ac:spMkLst>
            <pc:docMk/>
            <pc:sldMk cId="2719805980" sldId="273"/>
            <ac:spMk id="29" creationId="{A4F86E69-B78A-4FE8-9CE4-4D68C9300BB8}"/>
          </ac:spMkLst>
        </pc:spChg>
        <pc:spChg chg="add mod">
          <ac:chgData name="Rajesh Sha" userId="e5c330cc-b689-46e8-96b3-c9831a0eef2d" providerId="ADAL" clId="{66D4E6DF-50A5-459F-A2AB-EB2A579DE9F6}" dt="2026-08-05T05:13:19.835" v="837" actId="207"/>
          <ac:spMkLst>
            <pc:docMk/>
            <pc:sldMk cId="2719805980" sldId="273"/>
            <ac:spMk id="31" creationId="{FA9C2A9B-AF00-8408-0205-2AB551B737EF}"/>
          </ac:spMkLst>
        </pc:spChg>
        <pc:graphicFrameChg chg="add del mod modGraphic">
          <ac:chgData name="Rajesh Sha" userId="e5c330cc-b689-46e8-96b3-c9831a0eef2d" providerId="ADAL" clId="{66D4E6DF-50A5-459F-A2AB-EB2A579DE9F6}" dt="2026-08-05T04:38:29.279" v="565" actId="3680"/>
          <ac:graphicFrameMkLst>
            <pc:docMk/>
            <pc:sldMk cId="2719805980" sldId="273"/>
            <ac:graphicFrameMk id="26" creationId="{7B70BE65-03C6-9EDF-2DDD-E4FCA1CFC2EF}"/>
          </ac:graphicFrameMkLst>
        </pc:graphicFrameChg>
        <pc:graphicFrameChg chg="add del mod modGraphic">
          <ac:chgData name="Rajesh Sha" userId="e5c330cc-b689-46e8-96b3-c9831a0eef2d" providerId="ADAL" clId="{66D4E6DF-50A5-459F-A2AB-EB2A579DE9F6}" dt="2026-08-05T04:39:29.060" v="575" actId="478"/>
          <ac:graphicFrameMkLst>
            <pc:docMk/>
            <pc:sldMk cId="2719805980" sldId="273"/>
            <ac:graphicFrameMk id="27" creationId="{841BCB3A-C107-43D5-4AB1-14798FEED24B}"/>
          </ac:graphicFrameMkLst>
        </pc:graphicFrameChg>
      </pc:sldChg>
      <pc:sldChg chg="addSp delSp modSp add del mod setBg modNotesTx">
        <pc:chgData name="Rajesh Sha" userId="e5c330cc-b689-46e8-96b3-c9831a0eef2d" providerId="ADAL" clId="{66D4E6DF-50A5-459F-A2AB-EB2A579DE9F6}" dt="2026-08-05T05:06:45.150" v="785" actId="47"/>
        <pc:sldMkLst>
          <pc:docMk/>
          <pc:sldMk cId="0" sldId="274"/>
        </pc:sldMkLst>
        <pc:spChg chg="add del mod">
          <ac:chgData name="Rajesh Sha" userId="e5c330cc-b689-46e8-96b3-c9831a0eef2d" providerId="ADAL" clId="{66D4E6DF-50A5-459F-A2AB-EB2A579DE9F6}" dt="2026-08-05T04:53:54.542" v="676" actId="1076"/>
          <ac:spMkLst>
            <pc:docMk/>
            <pc:sldMk cId="0" sldId="274"/>
            <ac:spMk id="2" creationId="{00000000-0000-0000-0000-000000000000}"/>
          </ac:spMkLst>
        </pc:spChg>
        <pc:spChg chg="mod">
          <ac:chgData name="Rajesh Sha" userId="e5c330cc-b689-46e8-96b3-c9831a0eef2d" providerId="ADAL" clId="{66D4E6DF-50A5-459F-A2AB-EB2A579DE9F6}" dt="2026-08-05T05:06:41.830" v="783" actId="403"/>
          <ac:spMkLst>
            <pc:docMk/>
            <pc:sldMk cId="0" sldId="274"/>
            <ac:spMk id="3" creationId="{00000000-0000-0000-0000-000000000000}"/>
          </ac:spMkLst>
        </pc:spChg>
        <pc:spChg chg="mod">
          <ac:chgData name="Rajesh Sha" userId="e5c330cc-b689-46e8-96b3-c9831a0eef2d" providerId="ADAL" clId="{66D4E6DF-50A5-459F-A2AB-EB2A579DE9F6}" dt="2026-08-05T05:05:47.944" v="776" actId="20577"/>
          <ac:spMkLst>
            <pc:docMk/>
            <pc:sldMk cId="0" sldId="274"/>
            <ac:spMk id="4" creationId="{00000000-0000-0000-0000-000000000000}"/>
          </ac:spMkLst>
        </pc:spChg>
        <pc:spChg chg="add del mod">
          <ac:chgData name="Rajesh Sha" userId="e5c330cc-b689-46e8-96b3-c9831a0eef2d" providerId="ADAL" clId="{66D4E6DF-50A5-459F-A2AB-EB2A579DE9F6}" dt="2026-08-05T04:53:52.953" v="672" actId="478"/>
          <ac:spMkLst>
            <pc:docMk/>
            <pc:sldMk cId="0" sldId="274"/>
            <ac:spMk id="6" creationId="{00000000-0000-0000-0000-000000000000}"/>
          </ac:spMkLst>
        </pc:spChg>
        <pc:spChg chg="mod">
          <ac:chgData name="Rajesh Sha" userId="e5c330cc-b689-46e8-96b3-c9831a0eef2d" providerId="ADAL" clId="{66D4E6DF-50A5-459F-A2AB-EB2A579DE9F6}" dt="2026-08-05T04:53:12.398" v="666" actId="1076"/>
          <ac:spMkLst>
            <pc:docMk/>
            <pc:sldMk cId="0" sldId="274"/>
            <ac:spMk id="7" creationId="{00000000-0000-0000-0000-000000000000}"/>
          </ac:spMkLst>
        </pc:spChg>
        <pc:spChg chg="mod">
          <ac:chgData name="Rajesh Sha" userId="e5c330cc-b689-46e8-96b3-c9831a0eef2d" providerId="ADAL" clId="{66D4E6DF-50A5-459F-A2AB-EB2A579DE9F6}" dt="2026-08-05T04:50:53.224" v="645" actId="27636"/>
          <ac:spMkLst>
            <pc:docMk/>
            <pc:sldMk cId="0" sldId="274"/>
            <ac:spMk id="12" creationId="{00000000-0000-0000-0000-000000000000}"/>
          </ac:spMkLst>
        </pc:spChg>
        <pc:spChg chg="mod">
          <ac:chgData name="Rajesh Sha" userId="e5c330cc-b689-46e8-96b3-c9831a0eef2d" providerId="ADAL" clId="{66D4E6DF-50A5-459F-A2AB-EB2A579DE9F6}" dt="2026-08-05T04:53:12.398" v="666" actId="1076"/>
          <ac:spMkLst>
            <pc:docMk/>
            <pc:sldMk cId="0" sldId="274"/>
            <ac:spMk id="17" creationId="{00000000-0000-0000-0000-000000000000}"/>
          </ac:spMkLst>
        </pc:spChg>
        <pc:spChg chg="mod">
          <ac:chgData name="Rajesh Sha" userId="e5c330cc-b689-46e8-96b3-c9831a0eef2d" providerId="ADAL" clId="{66D4E6DF-50A5-459F-A2AB-EB2A579DE9F6}" dt="2026-08-05T04:53:12.398" v="666" actId="1076"/>
          <ac:spMkLst>
            <pc:docMk/>
            <pc:sldMk cId="0" sldId="274"/>
            <ac:spMk id="18" creationId="{00000000-0000-0000-0000-000000000000}"/>
          </ac:spMkLst>
        </pc:spChg>
        <pc:spChg chg="mod">
          <ac:chgData name="Rajesh Sha" userId="e5c330cc-b689-46e8-96b3-c9831a0eef2d" providerId="ADAL" clId="{66D4E6DF-50A5-459F-A2AB-EB2A579DE9F6}" dt="2026-08-05T04:55:59.628" v="696" actId="20577"/>
          <ac:spMkLst>
            <pc:docMk/>
            <pc:sldMk cId="0" sldId="274"/>
            <ac:spMk id="20" creationId="{00000000-0000-0000-0000-000000000000}"/>
          </ac:spMkLst>
        </pc:spChg>
        <pc:spChg chg="mod">
          <ac:chgData name="Rajesh Sha" userId="e5c330cc-b689-46e8-96b3-c9831a0eef2d" providerId="ADAL" clId="{66D4E6DF-50A5-459F-A2AB-EB2A579DE9F6}" dt="2026-08-05T04:50:53.216" v="642" actId="27636"/>
          <ac:spMkLst>
            <pc:docMk/>
            <pc:sldMk cId="0" sldId="274"/>
            <ac:spMk id="24" creationId="{00000000-0000-0000-0000-000000000000}"/>
          </ac:spMkLst>
        </pc:spChg>
        <pc:spChg chg="mod">
          <ac:chgData name="Rajesh Sha" userId="e5c330cc-b689-46e8-96b3-c9831a0eef2d" providerId="ADAL" clId="{66D4E6DF-50A5-459F-A2AB-EB2A579DE9F6}" dt="2026-08-05T04:53:12.398" v="666" actId="1076"/>
          <ac:spMkLst>
            <pc:docMk/>
            <pc:sldMk cId="0" sldId="274"/>
            <ac:spMk id="26" creationId="{00000000-0000-0000-0000-000000000000}"/>
          </ac:spMkLst>
        </pc:spChg>
        <pc:spChg chg="mod">
          <ac:chgData name="Rajesh Sha" userId="e5c330cc-b689-46e8-96b3-c9831a0eef2d" providerId="ADAL" clId="{66D4E6DF-50A5-459F-A2AB-EB2A579DE9F6}" dt="2026-08-05T04:50:53.228" v="647" actId="27636"/>
          <ac:spMkLst>
            <pc:docMk/>
            <pc:sldMk cId="0" sldId="274"/>
            <ac:spMk id="30" creationId="{00000000-0000-0000-0000-000000000000}"/>
          </ac:spMkLst>
        </pc:spChg>
        <pc:spChg chg="mod">
          <ac:chgData name="Rajesh Sha" userId="e5c330cc-b689-46e8-96b3-c9831a0eef2d" providerId="ADAL" clId="{66D4E6DF-50A5-459F-A2AB-EB2A579DE9F6}" dt="2026-08-05T04:53:52.628" v="671" actId="1076"/>
          <ac:spMkLst>
            <pc:docMk/>
            <pc:sldMk cId="0" sldId="274"/>
            <ac:spMk id="31" creationId="{00000000-0000-0000-0000-000000000000}"/>
          </ac:spMkLst>
        </pc:spChg>
        <pc:spChg chg="mod">
          <ac:chgData name="Rajesh Sha" userId="e5c330cc-b689-46e8-96b3-c9831a0eef2d" providerId="ADAL" clId="{66D4E6DF-50A5-459F-A2AB-EB2A579DE9F6}" dt="2026-08-05T04:52:33.640" v="660"/>
          <ac:spMkLst>
            <pc:docMk/>
            <pc:sldMk cId="0" sldId="274"/>
            <ac:spMk id="32" creationId="{00000000-0000-0000-0000-000000000000}"/>
          </ac:spMkLst>
        </pc:spChg>
        <pc:spChg chg="mod">
          <ac:chgData name="Rajesh Sha" userId="e5c330cc-b689-46e8-96b3-c9831a0eef2d" providerId="ADAL" clId="{66D4E6DF-50A5-459F-A2AB-EB2A579DE9F6}" dt="2026-08-05T04:53:52.628" v="671" actId="1076"/>
          <ac:spMkLst>
            <pc:docMk/>
            <pc:sldMk cId="0" sldId="274"/>
            <ac:spMk id="33" creationId="{00000000-0000-0000-0000-000000000000}"/>
          </ac:spMkLst>
        </pc:spChg>
        <pc:spChg chg="mod">
          <ac:chgData name="Rajesh Sha" userId="e5c330cc-b689-46e8-96b3-c9831a0eef2d" providerId="ADAL" clId="{66D4E6DF-50A5-459F-A2AB-EB2A579DE9F6}" dt="2026-08-05T04:53:52.628" v="671" actId="1076"/>
          <ac:spMkLst>
            <pc:docMk/>
            <pc:sldMk cId="0" sldId="274"/>
            <ac:spMk id="34" creationId="{00000000-0000-0000-0000-000000000000}"/>
          </ac:spMkLst>
        </pc:spChg>
        <pc:spChg chg="mod">
          <ac:chgData name="Rajesh Sha" userId="e5c330cc-b689-46e8-96b3-c9831a0eef2d" providerId="ADAL" clId="{66D4E6DF-50A5-459F-A2AB-EB2A579DE9F6}" dt="2026-08-05T04:53:52.628" v="671" actId="1076"/>
          <ac:spMkLst>
            <pc:docMk/>
            <pc:sldMk cId="0" sldId="274"/>
            <ac:spMk id="35" creationId="{00000000-0000-0000-0000-000000000000}"/>
          </ac:spMkLst>
        </pc:spChg>
        <pc:spChg chg="mod">
          <ac:chgData name="Rajesh Sha" userId="e5c330cc-b689-46e8-96b3-c9831a0eef2d" providerId="ADAL" clId="{66D4E6DF-50A5-459F-A2AB-EB2A579DE9F6}" dt="2026-08-05T04:58:06.659" v="715"/>
          <ac:spMkLst>
            <pc:docMk/>
            <pc:sldMk cId="0" sldId="274"/>
            <ac:spMk id="36" creationId="{00000000-0000-0000-0000-000000000000}"/>
          </ac:spMkLst>
        </pc:spChg>
        <pc:spChg chg="mod">
          <ac:chgData name="Rajesh Sha" userId="e5c330cc-b689-46e8-96b3-c9831a0eef2d" providerId="ADAL" clId="{66D4E6DF-50A5-459F-A2AB-EB2A579DE9F6}" dt="2026-08-05T04:53:52.628" v="671" actId="1076"/>
          <ac:spMkLst>
            <pc:docMk/>
            <pc:sldMk cId="0" sldId="274"/>
            <ac:spMk id="37" creationId="{00000000-0000-0000-0000-000000000000}"/>
          </ac:spMkLst>
        </pc:spChg>
        <pc:spChg chg="mod">
          <ac:chgData name="Rajesh Sha" userId="e5c330cc-b689-46e8-96b3-c9831a0eef2d" providerId="ADAL" clId="{66D4E6DF-50A5-459F-A2AB-EB2A579DE9F6}" dt="2026-08-05T04:53:52.628" v="671" actId="1076"/>
          <ac:spMkLst>
            <pc:docMk/>
            <pc:sldMk cId="0" sldId="274"/>
            <ac:spMk id="38" creationId="{00000000-0000-0000-0000-000000000000}"/>
          </ac:spMkLst>
        </pc:spChg>
        <pc:spChg chg="mod">
          <ac:chgData name="Rajesh Sha" userId="e5c330cc-b689-46e8-96b3-c9831a0eef2d" providerId="ADAL" clId="{66D4E6DF-50A5-459F-A2AB-EB2A579DE9F6}" dt="2026-08-05T04:53:52.628" v="671" actId="1076"/>
          <ac:spMkLst>
            <pc:docMk/>
            <pc:sldMk cId="0" sldId="274"/>
            <ac:spMk id="39" creationId="{00000000-0000-0000-0000-000000000000}"/>
          </ac:spMkLst>
        </pc:spChg>
        <pc:spChg chg="mod">
          <ac:chgData name="Rajesh Sha" userId="e5c330cc-b689-46e8-96b3-c9831a0eef2d" providerId="ADAL" clId="{66D4E6DF-50A5-459F-A2AB-EB2A579DE9F6}" dt="2026-08-05T04:53:52.628" v="671" actId="1076"/>
          <ac:spMkLst>
            <pc:docMk/>
            <pc:sldMk cId="0" sldId="274"/>
            <ac:spMk id="40" creationId="{00000000-0000-0000-0000-000000000000}"/>
          </ac:spMkLst>
        </pc:spChg>
        <pc:spChg chg="mod">
          <ac:chgData name="Rajesh Sha" userId="e5c330cc-b689-46e8-96b3-c9831a0eef2d" providerId="ADAL" clId="{66D4E6DF-50A5-459F-A2AB-EB2A579DE9F6}" dt="2026-08-05T04:53:52.628" v="671" actId="1076"/>
          <ac:spMkLst>
            <pc:docMk/>
            <pc:sldMk cId="0" sldId="274"/>
            <ac:spMk id="41" creationId="{00000000-0000-0000-0000-000000000000}"/>
          </ac:spMkLst>
        </pc:spChg>
        <pc:spChg chg="mod">
          <ac:chgData name="Rajesh Sha" userId="e5c330cc-b689-46e8-96b3-c9831a0eef2d" providerId="ADAL" clId="{66D4E6DF-50A5-459F-A2AB-EB2A579DE9F6}" dt="2026-08-05T04:53:52.628" v="671" actId="1076"/>
          <ac:spMkLst>
            <pc:docMk/>
            <pc:sldMk cId="0" sldId="274"/>
            <ac:spMk id="42" creationId="{00000000-0000-0000-0000-000000000000}"/>
          </ac:spMkLst>
        </pc:spChg>
        <pc:spChg chg="add del mod">
          <ac:chgData name="Rajesh Sha" userId="e5c330cc-b689-46e8-96b3-c9831a0eef2d" providerId="ADAL" clId="{66D4E6DF-50A5-459F-A2AB-EB2A579DE9F6}" dt="2026-08-05T04:53:12.398" v="666" actId="1076"/>
          <ac:spMkLst>
            <pc:docMk/>
            <pc:sldMk cId="0" sldId="274"/>
            <ac:spMk id="43" creationId="{00000000-0000-0000-0000-000000000000}"/>
          </ac:spMkLst>
        </pc:spChg>
        <pc:spChg chg="mod">
          <ac:chgData name="Rajesh Sha" userId="e5c330cc-b689-46e8-96b3-c9831a0eef2d" providerId="ADAL" clId="{66D4E6DF-50A5-459F-A2AB-EB2A579DE9F6}" dt="2026-08-05T04:48:49.081" v="613" actId="6549"/>
          <ac:spMkLst>
            <pc:docMk/>
            <pc:sldMk cId="0" sldId="274"/>
            <ac:spMk id="46" creationId="{00000000-0000-0000-0000-000000000000}"/>
          </ac:spMkLst>
        </pc:spChg>
        <pc:spChg chg="mod">
          <ac:chgData name="Rajesh Sha" userId="e5c330cc-b689-46e8-96b3-c9831a0eef2d" providerId="ADAL" clId="{66D4E6DF-50A5-459F-A2AB-EB2A579DE9F6}" dt="2026-08-05T04:53:12.398" v="666" actId="1076"/>
          <ac:spMkLst>
            <pc:docMk/>
            <pc:sldMk cId="0" sldId="274"/>
            <ac:spMk id="47" creationId="{00000000-0000-0000-0000-000000000000}"/>
          </ac:spMkLst>
        </pc:spChg>
        <pc:spChg chg="mod">
          <ac:chgData name="Rajesh Sha" userId="e5c330cc-b689-46e8-96b3-c9831a0eef2d" providerId="ADAL" clId="{66D4E6DF-50A5-459F-A2AB-EB2A579DE9F6}" dt="2026-08-05T04:50:53.226" v="646" actId="27636"/>
          <ac:spMkLst>
            <pc:docMk/>
            <pc:sldMk cId="0" sldId="274"/>
            <ac:spMk id="48" creationId="{00000000-0000-0000-0000-000000000000}"/>
          </ac:spMkLst>
        </pc:spChg>
        <pc:spChg chg="mod">
          <ac:chgData name="Rajesh Sha" userId="e5c330cc-b689-46e8-96b3-c9831a0eef2d" providerId="ADAL" clId="{66D4E6DF-50A5-459F-A2AB-EB2A579DE9F6}" dt="2026-08-05T04:53:12.398" v="666" actId="1076"/>
          <ac:spMkLst>
            <pc:docMk/>
            <pc:sldMk cId="0" sldId="274"/>
            <ac:spMk id="49" creationId="{00000000-0000-0000-0000-000000000000}"/>
          </ac:spMkLst>
        </pc:spChg>
        <pc:spChg chg="mod">
          <ac:chgData name="Rajesh Sha" userId="e5c330cc-b689-46e8-96b3-c9831a0eef2d" providerId="ADAL" clId="{66D4E6DF-50A5-459F-A2AB-EB2A579DE9F6}" dt="2026-08-05T04:53:12.398" v="666" actId="1076"/>
          <ac:spMkLst>
            <pc:docMk/>
            <pc:sldMk cId="0" sldId="274"/>
            <ac:spMk id="52" creationId="{00000000-0000-0000-0000-000000000000}"/>
          </ac:spMkLst>
        </pc:spChg>
        <pc:spChg chg="del mod">
          <ac:chgData name="Rajesh Sha" userId="e5c330cc-b689-46e8-96b3-c9831a0eef2d" providerId="ADAL" clId="{66D4E6DF-50A5-459F-A2AB-EB2A579DE9F6}" dt="2026-08-05T05:05:23.692" v="768" actId="478"/>
          <ac:spMkLst>
            <pc:docMk/>
            <pc:sldMk cId="0" sldId="274"/>
            <ac:spMk id="55" creationId="{00000000-0000-0000-0000-000000000000}"/>
          </ac:spMkLst>
        </pc:spChg>
        <pc:spChg chg="mod">
          <ac:chgData name="Rajesh Sha" userId="e5c330cc-b689-46e8-96b3-c9831a0eef2d" providerId="ADAL" clId="{66D4E6DF-50A5-459F-A2AB-EB2A579DE9F6}" dt="2026-08-05T04:53:55.516" v="678" actId="1076"/>
          <ac:spMkLst>
            <pc:docMk/>
            <pc:sldMk cId="0" sldId="274"/>
            <ac:spMk id="56" creationId="{00000000-0000-0000-0000-000000000000}"/>
          </ac:spMkLst>
        </pc:spChg>
        <pc:spChg chg="mod">
          <ac:chgData name="Rajesh Sha" userId="e5c330cc-b689-46e8-96b3-c9831a0eef2d" providerId="ADAL" clId="{66D4E6DF-50A5-459F-A2AB-EB2A579DE9F6}" dt="2026-08-05T04:53:54.907" v="677" actId="1076"/>
          <ac:spMkLst>
            <pc:docMk/>
            <pc:sldMk cId="0" sldId="274"/>
            <ac:spMk id="57" creationId="{00000000-0000-0000-0000-000000000000}"/>
          </ac:spMkLst>
        </pc:spChg>
      </pc:sldChg>
      <pc:sldChg chg="addSp delSp modSp add mod modNotesTx">
        <pc:chgData name="Rajesh Sha" userId="e5c330cc-b689-46e8-96b3-c9831a0eef2d" providerId="ADAL" clId="{66D4E6DF-50A5-459F-A2AB-EB2A579DE9F6}" dt="2026-08-05T05:10:58.479" v="826" actId="20577"/>
        <pc:sldMkLst>
          <pc:docMk/>
          <pc:sldMk cId="3389590848" sldId="275"/>
        </pc:sldMkLst>
        <pc:spChg chg="add mod">
          <ac:chgData name="Rajesh Sha" userId="e5c330cc-b689-46e8-96b3-c9831a0eef2d" providerId="ADAL" clId="{66D4E6DF-50A5-459F-A2AB-EB2A579DE9F6}" dt="2026-08-05T05:08:00.265" v="803" actId="1076"/>
          <ac:spMkLst>
            <pc:docMk/>
            <pc:sldMk cId="3389590848" sldId="275"/>
            <ac:spMk id="2" creationId="{AF4A63D8-9880-6769-8EA6-BB937D5DD945}"/>
          </ac:spMkLst>
        </pc:spChg>
        <pc:spChg chg="mod">
          <ac:chgData name="Rajesh Sha" userId="e5c330cc-b689-46e8-96b3-c9831a0eef2d" providerId="ADAL" clId="{66D4E6DF-50A5-459F-A2AB-EB2A579DE9F6}" dt="2026-08-05T05:10:58.479" v="826" actId="20577"/>
          <ac:spMkLst>
            <pc:docMk/>
            <pc:sldMk cId="3389590848" sldId="275"/>
            <ac:spMk id="3" creationId="{691E60EF-335B-D53A-6C6B-A4366AE5E579}"/>
          </ac:spMkLst>
        </pc:spChg>
        <pc:spChg chg="mod">
          <ac:chgData name="Rajesh Sha" userId="e5c330cc-b689-46e8-96b3-c9831a0eef2d" providerId="ADAL" clId="{66D4E6DF-50A5-459F-A2AB-EB2A579DE9F6}" dt="2026-08-05T05:07:52.651" v="801" actId="1076"/>
          <ac:spMkLst>
            <pc:docMk/>
            <pc:sldMk cId="3389590848" sldId="275"/>
            <ac:spMk id="4" creationId="{933CD112-79A4-63A1-D117-BED0EBD1B62C}"/>
          </ac:spMkLst>
        </pc:spChg>
        <pc:spChg chg="add">
          <ac:chgData name="Rajesh Sha" userId="e5c330cc-b689-46e8-96b3-c9831a0eef2d" providerId="ADAL" clId="{66D4E6DF-50A5-459F-A2AB-EB2A579DE9F6}" dt="2026-08-05T04:55:03.873" v="684" actId="478"/>
          <ac:spMkLst>
            <pc:docMk/>
            <pc:sldMk cId="3389590848" sldId="275"/>
            <ac:spMk id="8" creationId="{8E6F486B-9BC1-F48B-4F55-11981C8CA8D3}"/>
          </ac:spMkLst>
        </pc:spChg>
        <pc:spChg chg="add">
          <ac:chgData name="Rajesh Sha" userId="e5c330cc-b689-46e8-96b3-c9831a0eef2d" providerId="ADAL" clId="{66D4E6DF-50A5-459F-A2AB-EB2A579DE9F6}" dt="2026-08-05T04:55:03.873" v="684" actId="478"/>
          <ac:spMkLst>
            <pc:docMk/>
            <pc:sldMk cId="3389590848" sldId="275"/>
            <ac:spMk id="10" creationId="{8FFFB543-2643-FBDA-3552-F44945618FA8}"/>
          </ac:spMkLst>
        </pc:spChg>
        <pc:spChg chg="del">
          <ac:chgData name="Rajesh Sha" userId="e5c330cc-b689-46e8-96b3-c9831a0eef2d" providerId="ADAL" clId="{66D4E6DF-50A5-459F-A2AB-EB2A579DE9F6}" dt="2026-08-05T04:55:11.096" v="686" actId="478"/>
          <ac:spMkLst>
            <pc:docMk/>
            <pc:sldMk cId="3389590848" sldId="275"/>
            <ac:spMk id="13" creationId="{D7EB5197-E592-BF28-62E6-0B0FE8740F55}"/>
          </ac:spMkLst>
        </pc:spChg>
        <pc:spChg chg="add">
          <ac:chgData name="Rajesh Sha" userId="e5c330cc-b689-46e8-96b3-c9831a0eef2d" providerId="ADAL" clId="{66D4E6DF-50A5-459F-A2AB-EB2A579DE9F6}" dt="2026-08-05T04:55:03.873" v="684" actId="478"/>
          <ac:spMkLst>
            <pc:docMk/>
            <pc:sldMk cId="3389590848" sldId="275"/>
            <ac:spMk id="14" creationId="{26715D1B-597D-1263-54C9-19C1C78273E5}"/>
          </ac:spMkLst>
        </pc:spChg>
        <pc:spChg chg="add">
          <ac:chgData name="Rajesh Sha" userId="e5c330cc-b689-46e8-96b3-c9831a0eef2d" providerId="ADAL" clId="{66D4E6DF-50A5-459F-A2AB-EB2A579DE9F6}" dt="2026-08-05T04:55:03.873" v="684" actId="478"/>
          <ac:spMkLst>
            <pc:docMk/>
            <pc:sldMk cId="3389590848" sldId="275"/>
            <ac:spMk id="15" creationId="{26B2B822-624C-D59C-CB37-4D3BD9E56192}"/>
          </ac:spMkLst>
        </pc:spChg>
        <pc:spChg chg="del">
          <ac:chgData name="Rajesh Sha" userId="e5c330cc-b689-46e8-96b3-c9831a0eef2d" providerId="ADAL" clId="{66D4E6DF-50A5-459F-A2AB-EB2A579DE9F6}" dt="2026-08-05T04:55:11.096" v="686" actId="478"/>
          <ac:spMkLst>
            <pc:docMk/>
            <pc:sldMk cId="3389590848" sldId="275"/>
            <ac:spMk id="16" creationId="{AB953402-5EA4-5F60-5A9E-D08BE4DF7553}"/>
          </ac:spMkLst>
        </pc:spChg>
        <pc:spChg chg="del">
          <ac:chgData name="Rajesh Sha" userId="e5c330cc-b689-46e8-96b3-c9831a0eef2d" providerId="ADAL" clId="{66D4E6DF-50A5-459F-A2AB-EB2A579DE9F6}" dt="2026-08-05T04:55:11.096" v="686" actId="478"/>
          <ac:spMkLst>
            <pc:docMk/>
            <pc:sldMk cId="3389590848" sldId="275"/>
            <ac:spMk id="19" creationId="{B7967C08-C216-00B2-50A4-A59A156505F4}"/>
          </ac:spMkLst>
        </pc:spChg>
        <pc:spChg chg="add del">
          <ac:chgData name="Rajesh Sha" userId="e5c330cc-b689-46e8-96b3-c9831a0eef2d" providerId="ADAL" clId="{66D4E6DF-50A5-459F-A2AB-EB2A579DE9F6}" dt="2026-08-05T04:55:11.096" v="686" actId="478"/>
          <ac:spMkLst>
            <pc:docMk/>
            <pc:sldMk cId="3389590848" sldId="275"/>
            <ac:spMk id="20" creationId="{A2A9F9D3-FB42-7786-1B74-D6757E1479FD}"/>
          </ac:spMkLst>
        </pc:spChg>
        <pc:spChg chg="del">
          <ac:chgData name="Rajesh Sha" userId="e5c330cc-b689-46e8-96b3-c9831a0eef2d" providerId="ADAL" clId="{66D4E6DF-50A5-459F-A2AB-EB2A579DE9F6}" dt="2026-08-05T04:55:11.096" v="686" actId="478"/>
          <ac:spMkLst>
            <pc:docMk/>
            <pc:sldMk cId="3389590848" sldId="275"/>
            <ac:spMk id="22" creationId="{DD81282B-0809-4370-5DEF-F3B4B384E874}"/>
          </ac:spMkLst>
        </pc:spChg>
        <pc:spChg chg="del">
          <ac:chgData name="Rajesh Sha" userId="e5c330cc-b689-46e8-96b3-c9831a0eef2d" providerId="ADAL" clId="{66D4E6DF-50A5-459F-A2AB-EB2A579DE9F6}" dt="2026-08-05T04:55:11.096" v="686" actId="478"/>
          <ac:spMkLst>
            <pc:docMk/>
            <pc:sldMk cId="3389590848" sldId="275"/>
            <ac:spMk id="32" creationId="{7590C683-70FC-171B-E60B-B8CCEF0F2D80}"/>
          </ac:spMkLst>
        </pc:spChg>
        <pc:spChg chg="del">
          <ac:chgData name="Rajesh Sha" userId="e5c330cc-b689-46e8-96b3-c9831a0eef2d" providerId="ADAL" clId="{66D4E6DF-50A5-459F-A2AB-EB2A579DE9F6}" dt="2026-08-05T04:55:11.096" v="686" actId="478"/>
          <ac:spMkLst>
            <pc:docMk/>
            <pc:sldMk cId="3389590848" sldId="275"/>
            <ac:spMk id="39" creationId="{A6B04285-F243-DF8F-B820-4F8390B3A99D}"/>
          </ac:spMkLst>
        </pc:spChg>
        <pc:spChg chg="del">
          <ac:chgData name="Rajesh Sha" userId="e5c330cc-b689-46e8-96b3-c9831a0eef2d" providerId="ADAL" clId="{66D4E6DF-50A5-459F-A2AB-EB2A579DE9F6}" dt="2026-08-05T04:55:11.096" v="686" actId="478"/>
          <ac:spMkLst>
            <pc:docMk/>
            <pc:sldMk cId="3389590848" sldId="275"/>
            <ac:spMk id="41" creationId="{3A7BBD67-BF8A-A87D-AEAB-70DB8598552B}"/>
          </ac:spMkLst>
        </pc:spChg>
        <pc:spChg chg="del">
          <ac:chgData name="Rajesh Sha" userId="e5c330cc-b689-46e8-96b3-c9831a0eef2d" providerId="ADAL" clId="{66D4E6DF-50A5-459F-A2AB-EB2A579DE9F6}" dt="2026-08-05T04:55:11.096" v="686" actId="478"/>
          <ac:spMkLst>
            <pc:docMk/>
            <pc:sldMk cId="3389590848" sldId="275"/>
            <ac:spMk id="45" creationId="{74017B03-B6A0-431A-BD2E-782E9BB7A5A7}"/>
          </ac:spMkLst>
        </pc:spChg>
        <pc:spChg chg="add">
          <ac:chgData name="Rajesh Sha" userId="e5c330cc-b689-46e8-96b3-c9831a0eef2d" providerId="ADAL" clId="{66D4E6DF-50A5-459F-A2AB-EB2A579DE9F6}" dt="2026-08-05T04:55:03.873" v="684" actId="478"/>
          <ac:spMkLst>
            <pc:docMk/>
            <pc:sldMk cId="3389590848" sldId="275"/>
            <ac:spMk id="48" creationId="{D0844D15-9AB6-E444-6B13-7B8DEFE6E621}"/>
          </ac:spMkLst>
        </pc:spChg>
        <pc:spChg chg="add">
          <ac:chgData name="Rajesh Sha" userId="e5c330cc-b689-46e8-96b3-c9831a0eef2d" providerId="ADAL" clId="{66D4E6DF-50A5-459F-A2AB-EB2A579DE9F6}" dt="2026-08-05T04:55:03.873" v="684" actId="478"/>
          <ac:spMkLst>
            <pc:docMk/>
            <pc:sldMk cId="3389590848" sldId="275"/>
            <ac:spMk id="50" creationId="{35AC1EBB-C6FF-2F26-2BCF-0BCA85111F86}"/>
          </ac:spMkLst>
        </pc:spChg>
        <pc:spChg chg="del">
          <ac:chgData name="Rajesh Sha" userId="e5c330cc-b689-46e8-96b3-c9831a0eef2d" providerId="ADAL" clId="{66D4E6DF-50A5-459F-A2AB-EB2A579DE9F6}" dt="2026-08-05T04:55:11.096" v="686" actId="478"/>
          <ac:spMkLst>
            <pc:docMk/>
            <pc:sldMk cId="3389590848" sldId="275"/>
            <ac:spMk id="51" creationId="{599F025D-6795-8345-058F-3474E4654B91}"/>
          </ac:spMkLst>
        </pc:spChg>
        <pc:spChg chg="add">
          <ac:chgData name="Rajesh Sha" userId="e5c330cc-b689-46e8-96b3-c9831a0eef2d" providerId="ADAL" clId="{66D4E6DF-50A5-459F-A2AB-EB2A579DE9F6}" dt="2026-08-05T04:55:03.873" v="684" actId="478"/>
          <ac:spMkLst>
            <pc:docMk/>
            <pc:sldMk cId="3389590848" sldId="275"/>
            <ac:spMk id="52" creationId="{BF79AE89-777F-2FC5-DE46-6AC7AF2DB055}"/>
          </ac:spMkLst>
        </pc:spChg>
        <pc:spChg chg="add">
          <ac:chgData name="Rajesh Sha" userId="e5c330cc-b689-46e8-96b3-c9831a0eef2d" providerId="ADAL" clId="{66D4E6DF-50A5-459F-A2AB-EB2A579DE9F6}" dt="2026-08-05T04:55:03.873" v="684" actId="478"/>
          <ac:spMkLst>
            <pc:docMk/>
            <pc:sldMk cId="3389590848" sldId="275"/>
            <ac:spMk id="54" creationId="{6E8FE6A1-E7F1-F052-E037-6A2127F94A04}"/>
          </ac:spMkLst>
        </pc:spChg>
        <pc:spChg chg="add del">
          <ac:chgData name="Rajesh Sha" userId="e5c330cc-b689-46e8-96b3-c9831a0eef2d" providerId="ADAL" clId="{66D4E6DF-50A5-459F-A2AB-EB2A579DE9F6}" dt="2026-08-05T04:55:04.369" v="685" actId="478"/>
          <ac:spMkLst>
            <pc:docMk/>
            <pc:sldMk cId="3389590848" sldId="275"/>
            <ac:spMk id="55" creationId="{4BFFBDDC-5010-BF21-EA85-F08C2C1F1F04}"/>
          </ac:spMkLst>
        </pc:spChg>
        <pc:spChg chg="del mod">
          <ac:chgData name="Rajesh Sha" userId="e5c330cc-b689-46e8-96b3-c9831a0eef2d" providerId="ADAL" clId="{66D4E6DF-50A5-459F-A2AB-EB2A579DE9F6}" dt="2026-08-05T05:07:17.679" v="791" actId="478"/>
          <ac:spMkLst>
            <pc:docMk/>
            <pc:sldMk cId="3389590848" sldId="275"/>
            <ac:spMk id="56" creationId="{A4A58FAD-BA27-856A-D1F1-9DC2AA05CE20}"/>
          </ac:spMkLst>
        </pc:spChg>
        <pc:spChg chg="del">
          <ac:chgData name="Rajesh Sha" userId="e5c330cc-b689-46e8-96b3-c9831a0eef2d" providerId="ADAL" clId="{66D4E6DF-50A5-459F-A2AB-EB2A579DE9F6}" dt="2026-08-05T05:07:14.980" v="790" actId="478"/>
          <ac:spMkLst>
            <pc:docMk/>
            <pc:sldMk cId="3389590848" sldId="275"/>
            <ac:spMk id="57" creationId="{102D6D26-D64A-79C6-1113-673DB9CFEE15}"/>
          </ac:spMkLst>
        </pc:spChg>
        <pc:spChg chg="add mod">
          <ac:chgData name="Rajesh Sha" userId="e5c330cc-b689-46e8-96b3-c9831a0eef2d" providerId="ADAL" clId="{66D4E6DF-50A5-459F-A2AB-EB2A579DE9F6}" dt="2026-08-05T05:07:41.334" v="798" actId="1076"/>
          <ac:spMkLst>
            <pc:docMk/>
            <pc:sldMk cId="3389590848" sldId="275"/>
            <ac:spMk id="61" creationId="{24D71408-A183-119C-C516-C471981A7A0B}"/>
          </ac:spMkLst>
        </pc:spChg>
        <pc:spChg chg="add mod">
          <ac:chgData name="Rajesh Sha" userId="e5c330cc-b689-46e8-96b3-c9831a0eef2d" providerId="ADAL" clId="{66D4E6DF-50A5-459F-A2AB-EB2A579DE9F6}" dt="2026-08-05T05:07:03.617" v="788" actId="1076"/>
          <ac:spMkLst>
            <pc:docMk/>
            <pc:sldMk cId="3389590848" sldId="275"/>
            <ac:spMk id="63" creationId="{BEDC0C0E-957F-AE42-5A8E-866858DE51C5}"/>
          </ac:spMkLst>
        </pc:spChg>
        <pc:spChg chg="add mod">
          <ac:chgData name="Rajesh Sha" userId="e5c330cc-b689-46e8-96b3-c9831a0eef2d" providerId="ADAL" clId="{66D4E6DF-50A5-459F-A2AB-EB2A579DE9F6}" dt="2026-08-05T05:07:29.348" v="796" actId="404"/>
          <ac:spMkLst>
            <pc:docMk/>
            <pc:sldMk cId="3389590848" sldId="275"/>
            <ac:spMk id="65" creationId="{D9C42722-B2D9-8A8A-9F5E-6FA133BA6673}"/>
          </ac:spMkLst>
        </pc:spChg>
        <pc:graphicFrameChg chg="add mod">
          <ac:chgData name="Rajesh Sha" userId="e5c330cc-b689-46e8-96b3-c9831a0eef2d" providerId="ADAL" clId="{66D4E6DF-50A5-459F-A2AB-EB2A579DE9F6}" dt="2026-08-05T04:54:59.444" v="683"/>
          <ac:graphicFrameMkLst>
            <pc:docMk/>
            <pc:sldMk cId="3389590848" sldId="275"/>
            <ac:graphicFrameMk id="58" creationId="{E2DC2112-AA8E-468A-8B0E-8268B06F98E2}"/>
          </ac:graphicFrameMkLst>
        </pc:graphicFrameChg>
        <pc:graphicFrameChg chg="add mod modGraphic">
          <ac:chgData name="Rajesh Sha" userId="e5c330cc-b689-46e8-96b3-c9831a0eef2d" providerId="ADAL" clId="{66D4E6DF-50A5-459F-A2AB-EB2A579DE9F6}" dt="2026-08-05T05:10:43.232" v="817" actId="207"/>
          <ac:graphicFrameMkLst>
            <pc:docMk/>
            <pc:sldMk cId="3389590848" sldId="275"/>
            <ac:graphicFrameMk id="59" creationId="{01657CEF-9E53-017C-D37E-946139152D22}"/>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827713" y="0"/>
            <a:ext cx="4457700" cy="917575"/>
          </a:xfrm>
          <a:prstGeom prst="rect">
            <a:avLst/>
          </a:prstGeom>
        </p:spPr>
        <p:txBody>
          <a:bodyPr vert="horz" lIns="91440" tIns="45720" rIns="91440" bIns="45720" rtlCol="0"/>
          <a:lstStyle>
            <a:lvl1pPr algn="r">
              <a:defRPr sz="1200"/>
            </a:lvl1pPr>
          </a:lstStyle>
          <a:p>
            <a:fld id="{295C8207-6623-499E-BA96-45E746924B18}" type="datetimeFigureOut">
              <a:t>8/4/2026</a:t>
            </a:fld>
            <a:endParaRPr lang="en-US"/>
          </a:p>
        </p:txBody>
      </p:sp>
      <p:sp>
        <p:nvSpPr>
          <p:cNvPr id="4" name="Slide Image Placeholder 3"/>
          <p:cNvSpPr>
            <a:spLocks noGrp="1" noRot="1" noChangeAspect="1"/>
          </p:cNvSpPr>
          <p:nvPr>
            <p:ph type="sldImg" idx="2"/>
          </p:nvPr>
        </p:nvSpPr>
        <p:spPr>
          <a:xfrm>
            <a:off x="-342900" y="2286000"/>
            <a:ext cx="10972800" cy="6172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28700" y="8801100"/>
            <a:ext cx="8229600" cy="72009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827713" y="17372013"/>
            <a:ext cx="4457700" cy="915987"/>
          </a:xfrm>
          <a:prstGeom prst="rect">
            <a:avLst/>
          </a:prstGeom>
        </p:spPr>
        <p:txBody>
          <a:bodyPr vert="horz" lIns="91440" tIns="45720" rIns="91440" bIns="45720" rtlCol="0" anchor="b"/>
          <a:lstStyle>
            <a:lvl1pPr algn="r">
              <a:defRPr sz="1200"/>
            </a:lvl1pPr>
          </a:lstStyle>
          <a:p>
            <a:fld id="{49DC369D-858A-4973-849F-0A5D73A1332A}" type="slidenum">
              <a:t>‹#›</a:t>
            </a:fld>
            <a:endParaRPr lang="en-US"/>
          </a:p>
        </p:txBody>
      </p:sp>
    </p:spTree>
    <p:extLst>
      <p:ext uri="{BB962C8B-B14F-4D97-AF65-F5344CB8AC3E}">
        <p14:creationId xmlns:p14="http://schemas.microsoft.com/office/powerpoint/2010/main" val="23916963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D99A3-EB7C-D83E-5F36-EDB7692E1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B2AA9-981E-0400-9CDB-AF9A2D82F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37F25-4518-7A01-2291-6A3B437D52B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6EBF57-EA05-2315-5BDB-816F16F4A5F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62922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70C0-51B8-1178-78EC-B92088BEF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12E0F-2B1D-BF0C-EEC2-22076305B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D0541-7889-8654-99BA-8AE02BF161BA}"/>
              </a:ext>
            </a:extLst>
          </p:cNvPr>
          <p:cNvSpPr>
            <a:spLocks noGrp="1"/>
          </p:cNvSpPr>
          <p:nvPr>
            <p:ph type="body" idx="1"/>
          </p:nvPr>
        </p:nvSpPr>
        <p:spPr/>
        <p:txBody>
          <a:bodyPr/>
          <a:lstStyle/>
          <a:p>
            <a:r>
              <a:rPr lang="en-US"/>
              <a:t>Advantages, disadvantages and the technical debt each option leaves behind. Option A is the only one that adds a permanent asset to the estate.</a:t>
            </a:r>
          </a:p>
        </p:txBody>
      </p:sp>
      <p:sp>
        <p:nvSpPr>
          <p:cNvPr id="4" name="Slide Number Placeholder 3">
            <a:extLst>
              <a:ext uri="{FF2B5EF4-FFF2-40B4-BE49-F238E27FC236}">
                <a16:creationId xmlns:a16="http://schemas.microsoft.com/office/drawing/2014/main" id="{2AA56FF3-ED20-4408-6E1A-1E1840F4CE5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680241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85A90-041A-DA8B-4DEB-81EB564CF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1EC36-8AA1-9B29-6944-21BCBB3DA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74E0C-377A-C5D3-B0B8-3658E6EAA5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B449B1-41FD-0184-4E8C-22B1FBF00C2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18277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material and open items.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2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8000" cy="10287000"/>
          </a:xfrm>
          <a:prstGeom prst="rect">
            <a:avLst/>
          </a:prstGeom>
        </p:spPr>
      </p:pic>
      <p:sp>
        <p:nvSpPr>
          <p:cNvPr id="3" name="Shape 0"/>
          <p:cNvSpPr/>
          <p:nvPr/>
        </p:nvSpPr>
        <p:spPr>
          <a:xfrm>
            <a:off x="1143000" y="666750"/>
            <a:ext cx="2151683" cy="838026"/>
          </a:xfrm>
          <a:prstGeom prst="roundRect">
            <a:avLst>
              <a:gd name="adj" fmla="val 15912"/>
            </a:avLst>
          </a:prstGeom>
          <a:solidFill>
            <a:srgbClr val="FFFFFF"/>
          </a:solidFill>
          <a:ln/>
        </p:spPr>
        <p:txBody>
          <a:bodyPr/>
          <a:lstStyle/>
          <a:p>
            <a:endParaRPr lang="en-AU"/>
          </a:p>
        </p:txBody>
      </p:sp>
      <p:pic>
        <p:nvPicPr>
          <p:cNvPr id="4" name="Image 1" descr="preencoded.png"/>
          <p:cNvPicPr>
            <a:picLocks noChangeAspect="1"/>
          </p:cNvPicPr>
          <p:nvPr/>
        </p:nvPicPr>
        <p:blipFill>
          <a:blip r:embed="rId4"/>
          <a:stretch>
            <a:fillRect/>
          </a:stretch>
        </p:blipFill>
        <p:spPr>
          <a:xfrm>
            <a:off x="1428750" y="838150"/>
            <a:ext cx="1580183" cy="495226"/>
          </a:xfrm>
          <a:prstGeom prst="rect">
            <a:avLst/>
          </a:prstGeom>
        </p:spPr>
      </p:pic>
      <p:sp>
        <p:nvSpPr>
          <p:cNvPr id="5" name="Shape 1"/>
          <p:cNvSpPr/>
          <p:nvPr/>
        </p:nvSpPr>
        <p:spPr>
          <a:xfrm>
            <a:off x="15355589" y="780976"/>
            <a:ext cx="1789410" cy="577701"/>
          </a:xfrm>
          <a:prstGeom prst="roundRect">
            <a:avLst>
              <a:gd name="adj" fmla="val 50000"/>
            </a:avLst>
          </a:prstGeom>
          <a:ln w="23813">
            <a:solidFill>
              <a:srgbClr val="FFFFFF"/>
            </a:solidFill>
            <a:prstDash val="solid"/>
          </a:ln>
        </p:spPr>
        <p:txBody>
          <a:bodyPr/>
          <a:lstStyle/>
          <a:p>
            <a:endParaRPr lang="en-AU"/>
          </a:p>
        </p:txBody>
      </p:sp>
      <p:sp>
        <p:nvSpPr>
          <p:cNvPr id="6" name="Text 2"/>
          <p:cNvSpPr/>
          <p:nvPr/>
        </p:nvSpPr>
        <p:spPr>
          <a:xfrm>
            <a:off x="15703252" y="919088"/>
            <a:ext cx="1170285" cy="339576"/>
          </a:xfrm>
          <a:prstGeom prst="rect">
            <a:avLst/>
          </a:prstGeom>
          <a:noFill/>
          <a:ln/>
        </p:spPr>
        <p:txBody>
          <a:bodyPr wrap="square" lIns="25400" tIns="25400" rIns="25400" bIns="25400" rtlCol="0" anchor="t">
            <a:normAutofit lnSpcReduction="10000"/>
          </a:bodyPr>
          <a:lstStyle/>
          <a:p>
            <a:pPr marL="0" indent="0" algn="l">
              <a:buNone/>
            </a:pPr>
            <a:r>
              <a:rPr lang="en-US" sz="2100" b="1" kern="0" spc="300">
                <a:solidFill>
                  <a:srgbClr val="FFFFFF"/>
                </a:solidFill>
                <a:latin typeface="Arial" pitchFamily="34" charset="0"/>
                <a:ea typeface="Arial" pitchFamily="34" charset="-122"/>
                <a:cs typeface="Arial" pitchFamily="34" charset="-120"/>
              </a:rPr>
              <a:t>DRAFT</a:t>
            </a:r>
            <a:endParaRPr lang="en-US" sz="2100"/>
          </a:p>
        </p:txBody>
      </p:sp>
      <p:sp>
        <p:nvSpPr>
          <p:cNvPr id="7" name="Text 3"/>
          <p:cNvSpPr/>
          <p:nvPr/>
        </p:nvSpPr>
        <p:spPr>
          <a:xfrm>
            <a:off x="1143000" y="3301256"/>
            <a:ext cx="17602200" cy="1046162"/>
          </a:xfrm>
          <a:prstGeom prst="rect">
            <a:avLst/>
          </a:prstGeom>
          <a:noFill/>
          <a:ln/>
        </p:spPr>
        <p:txBody>
          <a:bodyPr wrap="square" lIns="25400" tIns="25400" rIns="25400" bIns="25400" rtlCol="0" anchor="t">
            <a:normAutofit lnSpcReduction="10000"/>
          </a:bodyPr>
          <a:lstStyle/>
          <a:p>
            <a:pPr marL="0" indent="0" algn="l">
              <a:buNone/>
            </a:pPr>
            <a:r>
              <a:rPr lang="en-US" sz="6900" b="1" kern="0" spc="-75">
                <a:solidFill>
                  <a:srgbClr val="FFFFFF"/>
                </a:solidFill>
                <a:latin typeface="Arial" pitchFamily="34" charset="0"/>
                <a:ea typeface="Arial" pitchFamily="34" charset="-122"/>
                <a:cs typeface="Arial" pitchFamily="34" charset="-120"/>
              </a:rPr>
              <a:t>Key Design Decision</a:t>
            </a:r>
            <a:endParaRPr lang="en-US" sz="6900"/>
          </a:p>
        </p:txBody>
      </p:sp>
      <p:sp>
        <p:nvSpPr>
          <p:cNvPr id="8" name="Text 4"/>
          <p:cNvSpPr/>
          <p:nvPr/>
        </p:nvSpPr>
        <p:spPr>
          <a:xfrm>
            <a:off x="1143000" y="4633143"/>
            <a:ext cx="15304770" cy="1038225"/>
          </a:xfrm>
          <a:prstGeom prst="rect">
            <a:avLst/>
          </a:prstGeom>
          <a:noFill/>
          <a:ln/>
        </p:spPr>
        <p:txBody>
          <a:bodyPr wrap="square" lIns="25400" tIns="25400" rIns="25400" bIns="25400" rtlCol="0" anchor="t">
            <a:normAutofit lnSpcReduction="10000"/>
          </a:bodyPr>
          <a:lstStyle/>
          <a:p>
            <a:pPr marL="0" indent="0" algn="l">
              <a:lnSpc>
                <a:spcPct val="106780"/>
              </a:lnSpc>
              <a:buNone/>
            </a:pPr>
            <a:r>
              <a:rPr lang="en-US" sz="3150" b="1">
                <a:solidFill>
                  <a:srgbClr val="FFFFFF"/>
                </a:solidFill>
                <a:latin typeface="Arial"/>
                <a:ea typeface="Arial" pitchFamily="34" charset="-122"/>
                <a:cs typeface="Arial"/>
              </a:rPr>
              <a:t>JAMS Write-Back &amp; Callback from S/4HANA – Replacing the </a:t>
            </a:r>
            <a:r>
              <a:rPr lang="en-US" sz="3150" b="1" err="1">
                <a:solidFill>
                  <a:srgbClr val="FFFFFF"/>
                </a:solidFill>
                <a:latin typeface="Arial"/>
                <a:ea typeface="Arial" pitchFamily="34" charset="-122"/>
                <a:cs typeface="Arial"/>
              </a:rPr>
              <a:t>Jobpac</a:t>
            </a:r>
            <a:r>
              <a:rPr lang="en-US" sz="3150" b="1">
                <a:solidFill>
                  <a:srgbClr val="FFFFFF"/>
                </a:solidFill>
                <a:latin typeface="Arial"/>
                <a:ea typeface="Arial" pitchFamily="34" charset="-122"/>
                <a:cs typeface="Arial"/>
              </a:rPr>
              <a:t> Data Warehouse Query with an FSM Pull Interface</a:t>
            </a:r>
            <a:endParaRPr lang="en-US" sz="3150">
              <a:latin typeface="Arial"/>
              <a:cs typeface="Arial"/>
            </a:endParaRPr>
          </a:p>
        </p:txBody>
      </p:sp>
      <p:sp>
        <p:nvSpPr>
          <p:cNvPr id="9" name="Text 5"/>
          <p:cNvSpPr/>
          <p:nvPr/>
        </p:nvSpPr>
        <p:spPr>
          <a:xfrm>
            <a:off x="1143000" y="6204768"/>
            <a:ext cx="17602200" cy="371475"/>
          </a:xfrm>
          <a:prstGeom prst="rect">
            <a:avLst/>
          </a:prstGeom>
          <a:noFill/>
          <a:ln/>
        </p:spPr>
        <p:txBody>
          <a:bodyPr wrap="square" lIns="25400" tIns="25400" rIns="25400" bIns="25400" rtlCol="0" anchor="t">
            <a:normAutofit lnSpcReduction="10000"/>
          </a:bodyPr>
          <a:lstStyle/>
          <a:p>
            <a:pPr marL="0" indent="0" algn="l">
              <a:buNone/>
            </a:pPr>
            <a:r>
              <a:rPr lang="en-US" sz="2250">
                <a:solidFill>
                  <a:srgbClr val="FFFFFF"/>
                </a:solidFill>
                <a:latin typeface="Arial" pitchFamily="34" charset="0"/>
                <a:ea typeface="Arial" pitchFamily="34" charset="-122"/>
                <a:cs typeface="Arial" pitchFamily="34" charset="-120"/>
              </a:rPr>
              <a:t>Decision ID: TBD · Dependency: Jobpac data warehouse decommission at S/4 go-live</a:t>
            </a:r>
            <a:endParaRPr lang="en-US" sz="2250"/>
          </a:p>
        </p:txBody>
      </p:sp>
      <p:sp>
        <p:nvSpPr>
          <p:cNvPr id="10" name="Text 6"/>
          <p:cNvSpPr/>
          <p:nvPr/>
        </p:nvSpPr>
        <p:spPr>
          <a:xfrm>
            <a:off x="1143000" y="6652369"/>
            <a:ext cx="17602200" cy="371475"/>
          </a:xfrm>
          <a:prstGeom prst="rect">
            <a:avLst/>
          </a:prstGeom>
          <a:noFill/>
          <a:ln/>
        </p:spPr>
        <p:txBody>
          <a:bodyPr wrap="square" lIns="25400" tIns="25400" rIns="25400" bIns="25400" rtlCol="0" anchor="t">
            <a:normAutofit lnSpcReduction="10000"/>
          </a:bodyPr>
          <a:lstStyle/>
          <a:p>
            <a:pPr marL="0" indent="0" algn="l">
              <a:buNone/>
            </a:pPr>
            <a:r>
              <a:rPr lang="en-US" sz="2250">
                <a:solidFill>
                  <a:srgbClr val="FFFFFF"/>
                </a:solidFill>
                <a:latin typeface="Arial" pitchFamily="34" charset="0"/>
                <a:ea typeface="Arial" pitchFamily="34" charset="-122"/>
                <a:cs typeface="Arial" pitchFamily="34" charset="-120"/>
              </a:rPr>
              <a:t>Rajesh Sha – SAP Integration and Data Architect (Apollo Project) / 5 Aug 2026</a:t>
            </a:r>
            <a:endParaRPr lang="en-US" sz="22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22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8000" cy="10287000"/>
          </a:xfrm>
          <a:prstGeom prst="rect">
            <a:avLst/>
          </a:prstGeom>
        </p:spPr>
      </p:pic>
      <p:sp>
        <p:nvSpPr>
          <p:cNvPr id="3" name="Text 0"/>
          <p:cNvSpPr/>
          <p:nvPr/>
        </p:nvSpPr>
        <p:spPr>
          <a:xfrm>
            <a:off x="1143000" y="3905250"/>
            <a:ext cx="1515145" cy="2514600"/>
          </a:xfrm>
          <a:prstGeom prst="rect">
            <a:avLst/>
          </a:prstGeom>
          <a:noFill/>
          <a:ln/>
        </p:spPr>
        <p:txBody>
          <a:bodyPr wrap="square" lIns="25400" tIns="25400" rIns="25400" bIns="25400" rtlCol="0" anchor="t">
            <a:normAutofit lnSpcReduction="10000"/>
          </a:bodyPr>
          <a:lstStyle/>
          <a:p>
            <a:pPr marL="0" indent="0" algn="l">
              <a:lnSpc>
                <a:spcPct val="87151"/>
              </a:lnSpc>
              <a:buNone/>
            </a:pPr>
            <a:r>
              <a:rPr lang="en-US" sz="19500" b="1">
                <a:solidFill>
                  <a:srgbClr val="FFFFFF"/>
                </a:solidFill>
                <a:latin typeface="Arial" pitchFamily="34" charset="0"/>
                <a:ea typeface="Arial" pitchFamily="34" charset="-122"/>
                <a:cs typeface="Arial" pitchFamily="34" charset="-120"/>
              </a:rPr>
              <a:t>1</a:t>
            </a:r>
            <a:endParaRPr lang="en-US" sz="19500"/>
          </a:p>
        </p:txBody>
      </p:sp>
      <p:sp>
        <p:nvSpPr>
          <p:cNvPr id="4" name="Shape 1"/>
          <p:cNvSpPr/>
          <p:nvPr/>
        </p:nvSpPr>
        <p:spPr>
          <a:xfrm>
            <a:off x="3187154" y="3905250"/>
            <a:ext cx="57051" cy="2476500"/>
          </a:xfrm>
          <a:prstGeom prst="rect">
            <a:avLst/>
          </a:prstGeom>
          <a:solidFill>
            <a:srgbClr val="FFFFFF">
              <a:alpha val="60000"/>
            </a:srgbClr>
          </a:solidFill>
          <a:ln/>
        </p:spPr>
        <p:txBody>
          <a:bodyPr/>
          <a:lstStyle/>
          <a:p>
            <a:endParaRPr lang="en-AU"/>
          </a:p>
        </p:txBody>
      </p:sp>
      <p:sp>
        <p:nvSpPr>
          <p:cNvPr id="5" name="Text 2"/>
          <p:cNvSpPr/>
          <p:nvPr/>
        </p:nvSpPr>
        <p:spPr>
          <a:xfrm>
            <a:off x="3910955" y="4262438"/>
            <a:ext cx="7831522" cy="871538"/>
          </a:xfrm>
          <a:prstGeom prst="rect">
            <a:avLst/>
          </a:prstGeom>
          <a:noFill/>
          <a:ln/>
        </p:spPr>
        <p:txBody>
          <a:bodyPr wrap="square" lIns="25400" tIns="25400" rIns="25400" bIns="25400" rtlCol="0" anchor="t">
            <a:normAutofit lnSpcReduction="10000"/>
          </a:bodyPr>
          <a:lstStyle/>
          <a:p>
            <a:pPr marL="0" indent="0" algn="l">
              <a:buNone/>
            </a:pPr>
            <a:r>
              <a:rPr lang="en-US" sz="5700" b="1">
                <a:solidFill>
                  <a:srgbClr val="FFFFFF"/>
                </a:solidFill>
                <a:latin typeface="Arial" pitchFamily="34" charset="0"/>
                <a:ea typeface="Arial" pitchFamily="34" charset="-122"/>
                <a:cs typeface="Arial" pitchFamily="34" charset="-120"/>
              </a:rPr>
              <a:t>Architecture Council</a:t>
            </a:r>
            <a:endParaRPr lang="en-US" sz="5700"/>
          </a:p>
        </p:txBody>
      </p:sp>
      <p:sp>
        <p:nvSpPr>
          <p:cNvPr id="6" name="Text 3"/>
          <p:cNvSpPr/>
          <p:nvPr/>
        </p:nvSpPr>
        <p:spPr>
          <a:xfrm>
            <a:off x="3910955" y="5191125"/>
            <a:ext cx="7831522" cy="871538"/>
          </a:xfrm>
          <a:prstGeom prst="rect">
            <a:avLst/>
          </a:prstGeom>
          <a:noFill/>
          <a:ln/>
        </p:spPr>
        <p:txBody>
          <a:bodyPr wrap="square" lIns="25400" tIns="25400" rIns="25400" bIns="25400" rtlCol="0" anchor="t">
            <a:normAutofit lnSpcReduction="10000"/>
          </a:bodyPr>
          <a:lstStyle/>
          <a:p>
            <a:pPr marL="0" indent="0" algn="l">
              <a:buNone/>
            </a:pPr>
            <a:r>
              <a:rPr lang="en-US" sz="5700" b="1">
                <a:solidFill>
                  <a:srgbClr val="FFFFFF"/>
                </a:solidFill>
                <a:latin typeface="Arial" pitchFamily="34" charset="0"/>
                <a:ea typeface="Arial" pitchFamily="34" charset="-122"/>
                <a:cs typeface="Arial" pitchFamily="34" charset="-120"/>
              </a:rPr>
              <a:t>Overview</a:t>
            </a:r>
            <a:endParaRPr lang="en-US" sz="5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7250" y="428625"/>
            <a:ext cx="857250" cy="76150"/>
          </a:xfrm>
          <a:prstGeom prst="rect">
            <a:avLst/>
          </a:prstGeom>
          <a:solidFill>
            <a:srgbClr val="17E09C"/>
          </a:solidFill>
          <a:ln/>
        </p:spPr>
        <p:txBody>
          <a:bodyPr/>
          <a:lstStyle/>
          <a:p>
            <a:endParaRPr lang="en-AU"/>
          </a:p>
        </p:txBody>
      </p:sp>
      <p:sp>
        <p:nvSpPr>
          <p:cNvPr id="3" name="Text 1"/>
          <p:cNvSpPr/>
          <p:nvPr/>
        </p:nvSpPr>
        <p:spPr>
          <a:xfrm>
            <a:off x="857250" y="619001"/>
            <a:ext cx="8289503" cy="450850"/>
          </a:xfrm>
          <a:prstGeom prst="rect">
            <a:avLst/>
          </a:prstGeom>
          <a:noFill/>
          <a:ln/>
        </p:spPr>
        <p:txBody>
          <a:bodyPr wrap="square" lIns="25400" tIns="25400" rIns="25400" bIns="25400" rtlCol="0" anchor="t">
            <a:normAutofit lnSpcReduction="10000"/>
          </a:bodyPr>
          <a:lstStyle/>
          <a:p>
            <a:pPr marL="0" indent="0" algn="l">
              <a:buNone/>
            </a:pPr>
            <a:r>
              <a:rPr lang="en-US" sz="2850" b="1">
                <a:solidFill>
                  <a:srgbClr val="1E1E1E"/>
                </a:solidFill>
                <a:latin typeface="Arial" pitchFamily="34" charset="0"/>
                <a:ea typeface="Arial" pitchFamily="34" charset="-122"/>
                <a:cs typeface="Arial" pitchFamily="34" charset="-120"/>
              </a:rPr>
              <a:t>JAMS Write-Back &amp; Callback from S/4HANA</a:t>
            </a:r>
            <a:endParaRPr lang="en-US" sz="2850"/>
          </a:p>
        </p:txBody>
      </p:sp>
      <p:sp>
        <p:nvSpPr>
          <p:cNvPr id="4" name="Text 2"/>
          <p:cNvSpPr/>
          <p:nvPr/>
        </p:nvSpPr>
        <p:spPr>
          <a:xfrm>
            <a:off x="857250" y="1069826"/>
            <a:ext cx="8289503" cy="307975"/>
          </a:xfrm>
          <a:prstGeom prst="rect">
            <a:avLst/>
          </a:prstGeom>
          <a:noFill/>
          <a:ln/>
        </p:spPr>
        <p:txBody>
          <a:bodyPr wrap="square" lIns="25400" tIns="25400" rIns="25400" bIns="25400" rtlCol="0" anchor="t">
            <a:normAutofit lnSpcReduction="10000"/>
          </a:bodyPr>
          <a:lstStyle/>
          <a:p>
            <a:pPr marL="0" indent="0" algn="l">
              <a:buNone/>
            </a:pPr>
            <a:r>
              <a:rPr lang="en-US" sz="1875">
                <a:solidFill>
                  <a:srgbClr val="5A6470"/>
                </a:solidFill>
                <a:latin typeface="Arial" pitchFamily="34" charset="0"/>
                <a:ea typeface="Arial" pitchFamily="34" charset="-122"/>
                <a:cs typeface="Arial" pitchFamily="34" charset="-120"/>
              </a:rPr>
              <a:t>Problem Statement &amp; Context and Strategic and Tactical Drivers</a:t>
            </a:r>
            <a:endParaRPr lang="en-US" sz="1875"/>
          </a:p>
        </p:txBody>
      </p:sp>
      <p:pic>
        <p:nvPicPr>
          <p:cNvPr id="5" name="Image 0" descr="preencoded.png"/>
          <p:cNvPicPr>
            <a:picLocks noChangeAspect="1"/>
          </p:cNvPicPr>
          <p:nvPr/>
        </p:nvPicPr>
        <p:blipFill>
          <a:blip r:embed="rId3"/>
          <a:stretch>
            <a:fillRect/>
          </a:stretch>
        </p:blipFill>
        <p:spPr>
          <a:xfrm>
            <a:off x="16093529" y="428625"/>
            <a:ext cx="1337221" cy="419075"/>
          </a:xfrm>
          <a:prstGeom prst="rect">
            <a:avLst/>
          </a:prstGeom>
        </p:spPr>
      </p:pic>
      <p:sp>
        <p:nvSpPr>
          <p:cNvPr id="6" name="Shape 3"/>
          <p:cNvSpPr/>
          <p:nvPr/>
        </p:nvSpPr>
        <p:spPr>
          <a:xfrm>
            <a:off x="857250" y="1492002"/>
            <a:ext cx="8210599" cy="3740051"/>
          </a:xfrm>
          <a:prstGeom prst="roundRect">
            <a:avLst>
              <a:gd name="adj" fmla="val 2547"/>
            </a:avLst>
          </a:prstGeom>
          <a:solidFill>
            <a:srgbClr val="F4F6F8"/>
          </a:solidFill>
          <a:ln/>
        </p:spPr>
        <p:txBody>
          <a:bodyPr/>
          <a:lstStyle/>
          <a:p>
            <a:endParaRPr lang="en-AU"/>
          </a:p>
        </p:txBody>
      </p:sp>
      <p:sp>
        <p:nvSpPr>
          <p:cNvPr id="7" name="Text 4"/>
          <p:cNvSpPr/>
          <p:nvPr/>
        </p:nvSpPr>
        <p:spPr>
          <a:xfrm>
            <a:off x="1066726" y="1625327"/>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83FF"/>
                </a:solidFill>
                <a:latin typeface="Arial" pitchFamily="34" charset="0"/>
                <a:ea typeface="Arial" pitchFamily="34" charset="-122"/>
                <a:cs typeface="Arial" pitchFamily="34" charset="-120"/>
              </a:rPr>
              <a:t>Problem Statement &amp; Context</a:t>
            </a:r>
            <a:endParaRPr lang="en-US" sz="1950"/>
          </a:p>
        </p:txBody>
      </p:sp>
      <p:sp>
        <p:nvSpPr>
          <p:cNvPr id="8" name="Text 5"/>
          <p:cNvSpPr/>
          <p:nvPr/>
        </p:nvSpPr>
        <p:spPr>
          <a:xfrm>
            <a:off x="1154256" y="1987228"/>
            <a:ext cx="7780318" cy="3149600"/>
          </a:xfrm>
          <a:prstGeom prst="rect">
            <a:avLst/>
          </a:prstGeom>
          <a:noFill/>
          <a:ln/>
        </p:spPr>
        <p:txBody>
          <a:bodyPr wrap="square" lIns="25400" tIns="25400" rIns="25400" bIns="25400" rtlCol="0" anchor="t">
            <a:normAutofit lnSpcReduction="10000"/>
          </a:bodyPr>
          <a:lstStyle/>
          <a:p>
            <a:pPr marL="160020" indent="-160020" algn="l">
              <a:lnSpc>
                <a:spcPct val="115200"/>
              </a:lnSpc>
              <a:buSzPct val="100000"/>
              <a:buChar char="•"/>
              <a:tabLst>
                <a:tab pos="160020" algn="l"/>
              </a:tabLst>
            </a:pPr>
            <a:r>
              <a:rPr lang="en-US" sz="1800">
                <a:solidFill>
                  <a:srgbClr val="1E1E1E"/>
                </a:solidFill>
                <a:latin typeface="Arial"/>
                <a:ea typeface="Arial" pitchFamily="34" charset="-122"/>
                <a:cs typeface="Arial"/>
              </a:rPr>
              <a:t>As-is: JAMS obtains ERP</a:t>
            </a:r>
            <a:r>
              <a:rPr lang="en-US">
                <a:solidFill>
                  <a:srgbClr val="1E1E1E"/>
                </a:solidFill>
                <a:latin typeface="Arial"/>
                <a:ea typeface="Arial" pitchFamily="34" charset="-122"/>
                <a:cs typeface="Arial"/>
              </a:rPr>
              <a:t>(IFS/Jobpac)</a:t>
            </a:r>
            <a:r>
              <a:rPr lang="en-US" sz="1800">
                <a:solidFill>
                  <a:srgbClr val="1E1E1E"/>
                </a:solidFill>
                <a:latin typeface="Arial"/>
                <a:ea typeface="Arial" pitchFamily="34" charset="-122"/>
                <a:cs typeface="Arial"/>
              </a:rPr>
              <a:t> data by running database queries against the Jobpac data warehouse, which Jobpac and IFS populate. The JAMS team writes and runs those queries themselves and updates JAMS records from the results.</a:t>
            </a:r>
            <a:endParaRPr lang="en-US" sz="1800">
              <a:latin typeface="Arial"/>
              <a:cs typeface="Arial"/>
            </a:endParaRPr>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At S/4 go-live the Jobpac data warehouse is decommissioned and cannot be used for any purpose. The current read pattern stops working on day one.</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JAMS still needs S/4 data back after posting – project and service order status, customer invoice, supplier invoice / RCTI payment status, project time and equipment usage, available stock, purchase orders.</a:t>
            </a:r>
            <a:endParaRPr lang="en-US" sz="1800"/>
          </a:p>
        </p:txBody>
      </p:sp>
      <p:sp>
        <p:nvSpPr>
          <p:cNvPr id="9" name="Shape 6"/>
          <p:cNvSpPr/>
          <p:nvPr/>
        </p:nvSpPr>
        <p:spPr>
          <a:xfrm>
            <a:off x="857250" y="5346278"/>
            <a:ext cx="8210599" cy="1930301"/>
          </a:xfrm>
          <a:prstGeom prst="roundRect">
            <a:avLst>
              <a:gd name="adj" fmla="val 4934"/>
            </a:avLst>
          </a:prstGeom>
          <a:solidFill>
            <a:srgbClr val="E6FBF3"/>
          </a:solidFill>
          <a:ln w="23813">
            <a:solidFill>
              <a:srgbClr val="17E09C"/>
            </a:solidFill>
            <a:prstDash val="solid"/>
          </a:ln>
        </p:spPr>
        <p:txBody>
          <a:bodyPr/>
          <a:lstStyle/>
          <a:p>
            <a:endParaRPr lang="en-AU"/>
          </a:p>
        </p:txBody>
      </p:sp>
      <p:sp>
        <p:nvSpPr>
          <p:cNvPr id="10" name="Text 7"/>
          <p:cNvSpPr/>
          <p:nvPr/>
        </p:nvSpPr>
        <p:spPr>
          <a:xfrm>
            <a:off x="1090538" y="5503416"/>
            <a:ext cx="8518426"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A7D5C"/>
                </a:solidFill>
                <a:latin typeface="Arial" pitchFamily="34" charset="0"/>
                <a:ea typeface="Arial" pitchFamily="34" charset="-122"/>
                <a:cs typeface="Arial" pitchFamily="34" charset="-120"/>
              </a:rPr>
              <a:t>Two things JAMS needs back (ARB focus)</a:t>
            </a:r>
            <a:endParaRPr lang="en-US" sz="1950"/>
          </a:p>
        </p:txBody>
      </p:sp>
      <p:sp>
        <p:nvSpPr>
          <p:cNvPr id="11" name="Text 8"/>
          <p:cNvSpPr/>
          <p:nvPr/>
        </p:nvSpPr>
        <p:spPr>
          <a:xfrm>
            <a:off x="1178069" y="5865316"/>
            <a:ext cx="7732693" cy="1292225"/>
          </a:xfrm>
          <a:prstGeom prst="rect">
            <a:avLst/>
          </a:prstGeom>
          <a:noFill/>
          <a:ln/>
        </p:spPr>
        <p:txBody>
          <a:bodyPr wrap="square" lIns="25400" tIns="25400" rIns="25400" bIns="25400" rtlCol="0" anchor="t">
            <a:normAutofit lnSpcReduction="10000"/>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Acknowledgement of what it sent – did the canonical message post in S/4, and what is the outcome reference.</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Business data from S/4 after processing – the documents and status values JAMS reads today from the Jobpac data warehouse.</a:t>
            </a:r>
            <a:endParaRPr lang="en-US" sz="1800"/>
          </a:p>
        </p:txBody>
      </p:sp>
      <p:sp>
        <p:nvSpPr>
          <p:cNvPr id="12" name="Shape 9"/>
          <p:cNvSpPr/>
          <p:nvPr/>
        </p:nvSpPr>
        <p:spPr>
          <a:xfrm>
            <a:off x="857250" y="7390805"/>
            <a:ext cx="8210599" cy="1835051"/>
          </a:xfrm>
          <a:prstGeom prst="roundRect">
            <a:avLst>
              <a:gd name="adj" fmla="val 5191"/>
            </a:avLst>
          </a:prstGeom>
          <a:solidFill>
            <a:srgbClr val="F4F6F8"/>
          </a:solidFill>
          <a:ln/>
        </p:spPr>
        <p:txBody>
          <a:bodyPr/>
          <a:lstStyle/>
          <a:p>
            <a:endParaRPr lang="en-AU"/>
          </a:p>
        </p:txBody>
      </p:sp>
      <p:sp>
        <p:nvSpPr>
          <p:cNvPr id="13" name="Text 10"/>
          <p:cNvSpPr/>
          <p:nvPr/>
        </p:nvSpPr>
        <p:spPr>
          <a:xfrm>
            <a:off x="1066726" y="7524130"/>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83FF"/>
                </a:solidFill>
                <a:latin typeface="Arial" pitchFamily="34" charset="0"/>
                <a:ea typeface="Arial" pitchFamily="34" charset="-122"/>
                <a:cs typeface="Arial" pitchFamily="34" charset="-120"/>
              </a:rPr>
              <a:t>Decision required</a:t>
            </a:r>
            <a:endParaRPr lang="en-US" sz="1950"/>
          </a:p>
        </p:txBody>
      </p:sp>
      <p:sp>
        <p:nvSpPr>
          <p:cNvPr id="14" name="Text 11"/>
          <p:cNvSpPr/>
          <p:nvPr/>
        </p:nvSpPr>
        <p:spPr>
          <a:xfrm>
            <a:off x="1154256" y="7886030"/>
            <a:ext cx="7780318" cy="1244600"/>
          </a:xfrm>
          <a:prstGeom prst="rect">
            <a:avLst/>
          </a:prstGeom>
          <a:noFill/>
          <a:ln/>
        </p:spPr>
        <p:txBody>
          <a:bodyPr wrap="square" lIns="25400" tIns="25400" rIns="25400" bIns="25400" rtlCol="0" anchor="t">
            <a:normAutofit lnSpcReduction="10000"/>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How JAMS receives S/4 data once the Jobpac data warehouse is gone: a new intermediate database that mirrors the current query pattern, or the Apollo standard CPI pull interface through which JAMS calls a published query.</a:t>
            </a:r>
            <a:endParaRPr lang="en-US" sz="1800"/>
          </a:p>
        </p:txBody>
      </p:sp>
      <p:sp>
        <p:nvSpPr>
          <p:cNvPr id="15" name="Shape 12"/>
          <p:cNvSpPr/>
          <p:nvPr/>
        </p:nvSpPr>
        <p:spPr>
          <a:xfrm>
            <a:off x="9220150" y="1492002"/>
            <a:ext cx="8210599" cy="2231926"/>
          </a:xfrm>
          <a:prstGeom prst="roundRect">
            <a:avLst>
              <a:gd name="adj" fmla="val 4268"/>
            </a:avLst>
          </a:prstGeom>
          <a:solidFill>
            <a:srgbClr val="F4F6F8"/>
          </a:solidFill>
          <a:ln/>
        </p:spPr>
        <p:txBody>
          <a:bodyPr/>
          <a:lstStyle/>
          <a:p>
            <a:endParaRPr lang="en-AU"/>
          </a:p>
        </p:txBody>
      </p:sp>
      <p:sp>
        <p:nvSpPr>
          <p:cNvPr id="16" name="Text 13"/>
          <p:cNvSpPr/>
          <p:nvPr/>
        </p:nvSpPr>
        <p:spPr>
          <a:xfrm>
            <a:off x="9429626" y="1625327"/>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83FF"/>
                </a:solidFill>
                <a:latin typeface="Arial" pitchFamily="34" charset="0"/>
                <a:ea typeface="Arial" pitchFamily="34" charset="-122"/>
                <a:cs typeface="Arial" pitchFamily="34" charset="-120"/>
              </a:rPr>
              <a:t>Strategic Drivers</a:t>
            </a:r>
            <a:endParaRPr lang="en-US" sz="1950"/>
          </a:p>
        </p:txBody>
      </p:sp>
      <p:sp>
        <p:nvSpPr>
          <p:cNvPr id="17" name="Text 14"/>
          <p:cNvSpPr/>
          <p:nvPr/>
        </p:nvSpPr>
        <p:spPr>
          <a:xfrm>
            <a:off x="9517157" y="1987228"/>
            <a:ext cx="7780318" cy="1641475"/>
          </a:xfrm>
          <a:prstGeom prst="rect">
            <a:avLst/>
          </a:prstGeom>
          <a:noFill/>
          <a:ln/>
        </p:spPr>
        <p:txBody>
          <a:bodyPr wrap="square" lIns="25400" tIns="25400" rIns="25400" bIns="25400" rtlCol="0" anchor="t">
            <a:normAutofit/>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Neither S/4 nor the field systems wait on the other to finish its own work.</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CPI is the single integration layer; no FSM connects to an S/4 database or to S/4 directly.</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One published way of reading S/4 data, used by every field system, rather than a different build for each one.</a:t>
            </a:r>
            <a:endParaRPr lang="en-US" sz="1800"/>
          </a:p>
        </p:txBody>
      </p:sp>
      <p:sp>
        <p:nvSpPr>
          <p:cNvPr id="18" name="Shape 15"/>
          <p:cNvSpPr/>
          <p:nvPr/>
        </p:nvSpPr>
        <p:spPr>
          <a:xfrm>
            <a:off x="9220150" y="3838153"/>
            <a:ext cx="8210599" cy="1882676"/>
          </a:xfrm>
          <a:prstGeom prst="roundRect">
            <a:avLst>
              <a:gd name="adj" fmla="val 5059"/>
            </a:avLst>
          </a:prstGeom>
          <a:solidFill>
            <a:srgbClr val="F4F6F8"/>
          </a:solidFill>
          <a:ln/>
        </p:spPr>
        <p:txBody>
          <a:bodyPr/>
          <a:lstStyle/>
          <a:p>
            <a:endParaRPr lang="en-AU"/>
          </a:p>
        </p:txBody>
      </p:sp>
      <p:sp>
        <p:nvSpPr>
          <p:cNvPr id="19" name="Text 16"/>
          <p:cNvSpPr/>
          <p:nvPr/>
        </p:nvSpPr>
        <p:spPr>
          <a:xfrm>
            <a:off x="9429626" y="3971479"/>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83FF"/>
                </a:solidFill>
                <a:latin typeface="Arial" pitchFamily="34" charset="0"/>
                <a:ea typeface="Arial" pitchFamily="34" charset="-122"/>
                <a:cs typeface="Arial" pitchFamily="34" charset="-120"/>
              </a:rPr>
              <a:t>Tactical Drivers</a:t>
            </a:r>
            <a:endParaRPr lang="en-US" sz="1950"/>
          </a:p>
        </p:txBody>
      </p:sp>
      <p:sp>
        <p:nvSpPr>
          <p:cNvPr id="20" name="Text 17"/>
          <p:cNvSpPr/>
          <p:nvPr/>
        </p:nvSpPr>
        <p:spPr>
          <a:xfrm>
            <a:off x="9517157" y="4333379"/>
            <a:ext cx="7780318" cy="1292225"/>
          </a:xfrm>
          <a:prstGeom prst="rect">
            <a:avLst/>
          </a:prstGeom>
          <a:noFill/>
          <a:ln/>
        </p:spPr>
        <p:txBody>
          <a:bodyPr wrap="square" lIns="25400" tIns="25400" rIns="25400" bIns="25400" rtlCol="0" anchor="t">
            <a:normAutofit lnSpcReduction="10000"/>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The JAMS team’s current skill set is database querying, not API consumption – capability build takes time.</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No replacement store exists once the Jobpac data warehouse goes; the answer must be ready before FSM change requirements are baselined.</a:t>
            </a:r>
            <a:endParaRPr lang="en-US" sz="1800"/>
          </a:p>
        </p:txBody>
      </p:sp>
      <p:sp>
        <p:nvSpPr>
          <p:cNvPr id="21" name="Shape 18"/>
          <p:cNvSpPr/>
          <p:nvPr/>
        </p:nvSpPr>
        <p:spPr>
          <a:xfrm>
            <a:off x="9220150" y="5835054"/>
            <a:ext cx="8210599" cy="1882676"/>
          </a:xfrm>
          <a:prstGeom prst="roundRect">
            <a:avLst>
              <a:gd name="adj" fmla="val 5059"/>
            </a:avLst>
          </a:prstGeom>
          <a:solidFill>
            <a:srgbClr val="F4F6F8"/>
          </a:solidFill>
          <a:ln/>
        </p:spPr>
        <p:txBody>
          <a:bodyPr/>
          <a:lstStyle/>
          <a:p>
            <a:endParaRPr lang="en-AU"/>
          </a:p>
        </p:txBody>
      </p:sp>
      <p:sp>
        <p:nvSpPr>
          <p:cNvPr id="22" name="Text 19"/>
          <p:cNvSpPr/>
          <p:nvPr/>
        </p:nvSpPr>
        <p:spPr>
          <a:xfrm>
            <a:off x="9429626" y="5968380"/>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083FF"/>
                </a:solidFill>
                <a:latin typeface="Arial" pitchFamily="34" charset="0"/>
                <a:ea typeface="Arial" pitchFamily="34" charset="-122"/>
                <a:cs typeface="Arial" pitchFamily="34" charset="-120"/>
              </a:rPr>
              <a:t>Additional considerations</a:t>
            </a:r>
            <a:endParaRPr lang="en-US" sz="1950"/>
          </a:p>
        </p:txBody>
      </p:sp>
      <p:sp>
        <p:nvSpPr>
          <p:cNvPr id="23" name="Text 20"/>
          <p:cNvSpPr/>
          <p:nvPr/>
        </p:nvSpPr>
        <p:spPr>
          <a:xfrm>
            <a:off x="9517157" y="6330280"/>
            <a:ext cx="7780318" cy="1292225"/>
          </a:xfrm>
          <a:prstGeom prst="rect">
            <a:avLst/>
          </a:prstGeom>
          <a:noFill/>
          <a:ln/>
        </p:spPr>
        <p:txBody>
          <a:bodyPr wrap="square" lIns="25400" tIns="25400" rIns="25400" bIns="25400" rtlCol="0" anchor="t">
            <a:normAutofit lnSpcReduction="10000"/>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Any intermediate store becomes a system of record in practice – ownership, support, reconciliation and licensing follow it.</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The same pull requirement exists for ODM, Wireless, ITSM and Defence, so the pattern has to serve all of them, not JAMS alone.</a:t>
            </a:r>
            <a:endParaRPr lang="en-US" sz="1800"/>
          </a:p>
        </p:txBody>
      </p:sp>
      <p:sp>
        <p:nvSpPr>
          <p:cNvPr id="24" name="Shape 21"/>
          <p:cNvSpPr/>
          <p:nvPr/>
        </p:nvSpPr>
        <p:spPr>
          <a:xfrm>
            <a:off x="9220150" y="7831956"/>
            <a:ext cx="8210599" cy="2231926"/>
          </a:xfrm>
          <a:prstGeom prst="roundRect">
            <a:avLst>
              <a:gd name="adj" fmla="val 4268"/>
            </a:avLst>
          </a:prstGeom>
          <a:solidFill>
            <a:srgbClr val="E6FBF3"/>
          </a:solidFill>
          <a:ln/>
        </p:spPr>
        <p:txBody>
          <a:bodyPr/>
          <a:lstStyle/>
          <a:p>
            <a:endParaRPr lang="en-AU"/>
          </a:p>
        </p:txBody>
      </p:sp>
      <p:sp>
        <p:nvSpPr>
          <p:cNvPr id="25" name="Text 22"/>
          <p:cNvSpPr/>
          <p:nvPr/>
        </p:nvSpPr>
        <p:spPr>
          <a:xfrm>
            <a:off x="9429626" y="7965281"/>
            <a:ext cx="8570813"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0A7D5C"/>
                </a:solidFill>
                <a:latin typeface="Arial" pitchFamily="34" charset="0"/>
                <a:ea typeface="Arial" pitchFamily="34" charset="-122"/>
                <a:cs typeface="Arial" pitchFamily="34" charset="-120"/>
              </a:rPr>
              <a:t>Decision impact</a:t>
            </a:r>
            <a:endParaRPr lang="en-US" sz="1950"/>
          </a:p>
        </p:txBody>
      </p:sp>
      <p:sp>
        <p:nvSpPr>
          <p:cNvPr id="26" name="Text 23"/>
          <p:cNvSpPr/>
          <p:nvPr/>
        </p:nvSpPr>
        <p:spPr>
          <a:xfrm>
            <a:off x="9517157" y="8327181"/>
            <a:ext cx="7780318" cy="1641475"/>
          </a:xfrm>
          <a:prstGeom prst="rect">
            <a:avLst/>
          </a:prstGeom>
          <a:noFill/>
          <a:ln/>
        </p:spPr>
        <p:txBody>
          <a:bodyPr wrap="square" lIns="25400" tIns="25400" rIns="25400" bIns="25400" rtlCol="0" anchor="t">
            <a:normAutofit/>
          </a:bodyPr>
          <a:lstStyle/>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Whether JAMS is ready for the Jobpac data warehouse decommission at go-live.</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Whether Apollo carries a second data store and its support model after go-live.</a:t>
            </a:r>
            <a:endParaRPr lang="en-US" sz="1800"/>
          </a:p>
          <a:p>
            <a:pPr marL="160020" indent="-160020" algn="l">
              <a:lnSpc>
                <a:spcPct val="115200"/>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Effort split between the SAP integration workstream and the JAMS team.</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B7E4B-3FD2-CF01-1F18-9E3FDDCDA4C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F4A63D8-9880-6769-8EA6-BB937D5DD945}"/>
              </a:ext>
            </a:extLst>
          </p:cNvPr>
          <p:cNvSpPr/>
          <p:nvPr/>
        </p:nvSpPr>
        <p:spPr>
          <a:xfrm>
            <a:off x="315397" y="516799"/>
            <a:ext cx="857250" cy="54243"/>
          </a:xfrm>
          <a:prstGeom prst="rect">
            <a:avLst/>
          </a:prstGeom>
          <a:solidFill>
            <a:srgbClr val="17E09C"/>
          </a:solidFill>
          <a:ln/>
        </p:spPr>
        <p:txBody>
          <a:bodyPr/>
          <a:lstStyle/>
          <a:p>
            <a:endParaRPr lang="en-AU" sz="1400"/>
          </a:p>
        </p:txBody>
      </p:sp>
      <p:sp>
        <p:nvSpPr>
          <p:cNvPr id="3" name="Text 1">
            <a:extLst>
              <a:ext uri="{FF2B5EF4-FFF2-40B4-BE49-F238E27FC236}">
                <a16:creationId xmlns:a16="http://schemas.microsoft.com/office/drawing/2014/main" id="{691E60EF-335B-D53A-6C6B-A4366AE5E579}"/>
              </a:ext>
            </a:extLst>
          </p:cNvPr>
          <p:cNvSpPr/>
          <p:nvPr/>
        </p:nvSpPr>
        <p:spPr>
          <a:xfrm>
            <a:off x="315397" y="710527"/>
            <a:ext cx="15226617" cy="360727"/>
          </a:xfrm>
          <a:prstGeom prst="rect">
            <a:avLst/>
          </a:prstGeom>
          <a:noFill/>
          <a:ln/>
        </p:spPr>
        <p:txBody>
          <a:bodyPr wrap="square" lIns="25400" tIns="25400" rIns="25400" bIns="25400" rtlCol="0" anchor="t">
            <a:normAutofit fontScale="92500" lnSpcReduction="10000"/>
          </a:bodyPr>
          <a:lstStyle/>
          <a:p>
            <a:r>
              <a:rPr lang="en-US" sz="2400" b="1">
                <a:solidFill>
                  <a:srgbClr val="1E1E1E"/>
                </a:solidFill>
                <a:latin typeface="Arial" pitchFamily="34" charset="0"/>
                <a:ea typeface="Arial" pitchFamily="34" charset="-122"/>
                <a:cs typeface="Arial" pitchFamily="34" charset="-120"/>
              </a:rPr>
              <a:t>Options – New Database</a:t>
            </a:r>
            <a:r>
              <a:rPr lang="en-AU" sz="2400"/>
              <a:t>(JDW Replacement)</a:t>
            </a:r>
            <a:r>
              <a:rPr lang="en-US" sz="2400" b="1">
                <a:solidFill>
                  <a:srgbClr val="1E1E1E"/>
                </a:solidFill>
                <a:latin typeface="Arial" pitchFamily="34" charset="0"/>
                <a:ea typeface="Arial" pitchFamily="34" charset="-122"/>
                <a:cs typeface="Arial" pitchFamily="34" charset="-120"/>
              </a:rPr>
              <a:t>, SAP CPI API Pull Interface, or SAP Business Data Cloud</a:t>
            </a:r>
            <a:endParaRPr lang="en-US" sz="2400"/>
          </a:p>
        </p:txBody>
      </p:sp>
      <p:sp>
        <p:nvSpPr>
          <p:cNvPr id="4" name="Text 2">
            <a:extLst>
              <a:ext uri="{FF2B5EF4-FFF2-40B4-BE49-F238E27FC236}">
                <a16:creationId xmlns:a16="http://schemas.microsoft.com/office/drawing/2014/main" id="{933CD112-79A4-63A1-D117-BED0EBD1B62C}"/>
              </a:ext>
            </a:extLst>
          </p:cNvPr>
          <p:cNvSpPr/>
          <p:nvPr/>
        </p:nvSpPr>
        <p:spPr>
          <a:xfrm>
            <a:off x="315398" y="1237860"/>
            <a:ext cx="15226617" cy="219377"/>
          </a:xfrm>
          <a:prstGeom prst="rect">
            <a:avLst/>
          </a:prstGeom>
          <a:noFill/>
          <a:ln/>
        </p:spPr>
        <p:txBody>
          <a:bodyPr wrap="square" lIns="25400" tIns="25400" rIns="25400" bIns="25400" rtlCol="0" anchor="t">
            <a:normAutofit fontScale="92500" lnSpcReduction="20000"/>
          </a:bodyPr>
          <a:lstStyle/>
          <a:p>
            <a:pPr marL="0" indent="0" algn="l">
              <a:buNone/>
            </a:pPr>
            <a:r>
              <a:rPr lang="en-US" sz="1400">
                <a:solidFill>
                  <a:srgbClr val="5A6470"/>
                </a:solidFill>
                <a:latin typeface="Arial" pitchFamily="34" charset="0"/>
                <a:ea typeface="Arial" pitchFamily="34" charset="-122"/>
                <a:cs typeface="Arial" pitchFamily="34" charset="-120"/>
              </a:rPr>
              <a:t>Both replace the Jobpac data warehouse query; they differ in who builds what and what Apollo owns afterwards.</a:t>
            </a:r>
            <a:endParaRPr lang="en-US" sz="1400"/>
          </a:p>
        </p:txBody>
      </p:sp>
      <p:pic>
        <p:nvPicPr>
          <p:cNvPr id="5" name="Image 0" descr="preencoded.png">
            <a:extLst>
              <a:ext uri="{FF2B5EF4-FFF2-40B4-BE49-F238E27FC236}">
                <a16:creationId xmlns:a16="http://schemas.microsoft.com/office/drawing/2014/main" id="{175BEEBE-AD58-800B-ACB6-283C2EC0950C}"/>
              </a:ext>
            </a:extLst>
          </p:cNvPr>
          <p:cNvPicPr>
            <a:picLocks noChangeAspect="1"/>
          </p:cNvPicPr>
          <p:nvPr/>
        </p:nvPicPr>
        <p:blipFill>
          <a:blip r:embed="rId3"/>
          <a:stretch>
            <a:fillRect/>
          </a:stretch>
        </p:blipFill>
        <p:spPr>
          <a:xfrm>
            <a:off x="16188779" y="476250"/>
            <a:ext cx="1337221" cy="298515"/>
          </a:xfrm>
          <a:prstGeom prst="rect">
            <a:avLst/>
          </a:prstGeom>
        </p:spPr>
      </p:pic>
      <p:graphicFrame>
        <p:nvGraphicFramePr>
          <p:cNvPr id="59" name="Table 58">
            <a:extLst>
              <a:ext uri="{FF2B5EF4-FFF2-40B4-BE49-F238E27FC236}">
                <a16:creationId xmlns:a16="http://schemas.microsoft.com/office/drawing/2014/main" id="{01657CEF-9E53-017C-D37E-946139152D22}"/>
              </a:ext>
            </a:extLst>
          </p:cNvPr>
          <p:cNvGraphicFramePr>
            <a:graphicFrameLocks noGrp="1"/>
          </p:cNvGraphicFramePr>
          <p:nvPr>
            <p:extLst>
              <p:ext uri="{D42A27DB-BD31-4B8C-83A1-F6EECF244321}">
                <p14:modId xmlns:p14="http://schemas.microsoft.com/office/powerpoint/2010/main" val="282110871"/>
              </p:ext>
            </p:extLst>
          </p:nvPr>
        </p:nvGraphicFramePr>
        <p:xfrm>
          <a:off x="315397" y="1689923"/>
          <a:ext cx="17076491" cy="6873133"/>
        </p:xfrm>
        <a:graphic>
          <a:graphicData uri="http://schemas.openxmlformats.org/drawingml/2006/table">
            <a:tbl>
              <a:tblPr/>
              <a:tblGrid>
                <a:gridCol w="2706331">
                  <a:extLst>
                    <a:ext uri="{9D8B030D-6E8A-4147-A177-3AD203B41FA5}">
                      <a16:colId xmlns:a16="http://schemas.microsoft.com/office/drawing/2014/main" val="473518484"/>
                    </a:ext>
                  </a:extLst>
                </a:gridCol>
                <a:gridCol w="2706331">
                  <a:extLst>
                    <a:ext uri="{9D8B030D-6E8A-4147-A177-3AD203B41FA5}">
                      <a16:colId xmlns:a16="http://schemas.microsoft.com/office/drawing/2014/main" val="2668568882"/>
                    </a:ext>
                  </a:extLst>
                </a:gridCol>
                <a:gridCol w="2706331">
                  <a:extLst>
                    <a:ext uri="{9D8B030D-6E8A-4147-A177-3AD203B41FA5}">
                      <a16:colId xmlns:a16="http://schemas.microsoft.com/office/drawing/2014/main" val="3162259403"/>
                    </a:ext>
                  </a:extLst>
                </a:gridCol>
                <a:gridCol w="2706331">
                  <a:extLst>
                    <a:ext uri="{9D8B030D-6E8A-4147-A177-3AD203B41FA5}">
                      <a16:colId xmlns:a16="http://schemas.microsoft.com/office/drawing/2014/main" val="1505708874"/>
                    </a:ext>
                  </a:extLst>
                </a:gridCol>
                <a:gridCol w="2706331">
                  <a:extLst>
                    <a:ext uri="{9D8B030D-6E8A-4147-A177-3AD203B41FA5}">
                      <a16:colId xmlns:a16="http://schemas.microsoft.com/office/drawing/2014/main" val="3571391089"/>
                    </a:ext>
                  </a:extLst>
                </a:gridCol>
                <a:gridCol w="3544836">
                  <a:extLst>
                    <a:ext uri="{9D8B030D-6E8A-4147-A177-3AD203B41FA5}">
                      <a16:colId xmlns:a16="http://schemas.microsoft.com/office/drawing/2014/main" val="3192490913"/>
                    </a:ext>
                  </a:extLst>
                </a:gridCol>
              </a:tblGrid>
              <a:tr h="0">
                <a:tc>
                  <a:txBody>
                    <a:bodyPr/>
                    <a:lstStyle/>
                    <a:p>
                      <a:pPr>
                        <a:buNone/>
                      </a:pPr>
                      <a:r>
                        <a:rPr lang="en-AU" sz="2000" b="1"/>
                        <a:t>Option</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AU" sz="2000" b="1"/>
                        <a:t>Approach</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AU" sz="2000" b="1"/>
                        <a:t>Build Cost &amp; Duration</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AU" sz="2000" b="1"/>
                        <a:t>Ongoing Cost</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AU" sz="2000" b="1"/>
                        <a:t>Ongoing Benefit</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buNone/>
                      </a:pPr>
                      <a:r>
                        <a:rPr lang="en-AU" sz="2000" b="1"/>
                        <a:t>Key Risks</a:t>
                      </a:r>
                      <a:endParaRPr lang="en-AU" sz="20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562903960"/>
                  </a:ext>
                </a:extLst>
              </a:tr>
              <a:tr h="1736117">
                <a:tc>
                  <a:txBody>
                    <a:bodyPr/>
                    <a:lstStyle/>
                    <a:p>
                      <a:pPr>
                        <a:buNone/>
                      </a:pPr>
                      <a:r>
                        <a:rPr lang="en-AU" sz="1800" b="1"/>
                        <a:t>A – New database that JAMS queries </a:t>
                      </a:r>
                    </a:p>
                    <a:p>
                      <a:pPr>
                        <a:buNone/>
                      </a:pPr>
                      <a:endParaRPr lang="en-AU" sz="1800" b="1"/>
                    </a:p>
                    <a:p>
                      <a:pPr>
                        <a:buNone/>
                      </a:pPr>
                      <a:r>
                        <a:rPr lang="en-AU">
                          <a:solidFill>
                            <a:srgbClr val="FF0000"/>
                          </a:solidFill>
                        </a:rPr>
                        <a:t>(JDW Replacement)</a:t>
                      </a:r>
                      <a:endParaRPr lang="en-AU" sz="1800" b="1">
                        <a:solidFill>
                          <a:srgbClr val="FF0000"/>
                        </a:solidFill>
                      </a:endParaRP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a:t>S/4 replicates data into a separate database that mirrors the </a:t>
                      </a:r>
                      <a:r>
                        <a:rPr lang="en-AU" sz="1400" err="1"/>
                        <a:t>Jobpac</a:t>
                      </a:r>
                      <a:r>
                        <a:rPr lang="en-AU" sz="1400"/>
                        <a:t> data warehouse.</a:t>
                      </a:r>
                    </a:p>
                    <a:p>
                      <a:pPr>
                        <a:lnSpc>
                          <a:spcPct val="113455"/>
                        </a:lnSpc>
                      </a:pPr>
                      <a:r>
                        <a:rPr lang="en-AU" sz="1400"/>
                        <a:t> JAMS continues using SQL queries against the replicated data.</a:t>
                      </a:r>
                      <a:endParaRPr lang="en-US" sz="1400"/>
                    </a:p>
                    <a:p>
                      <a:pPr>
                        <a:buNone/>
                      </a:pPr>
                      <a:r>
                        <a:rPr lang="en-AU" sz="1400"/>
                        <a:t>.</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b="1"/>
                        <a:t>Lower impact on JAMS, higher effort for Apollo.</a:t>
                      </a:r>
                    </a:p>
                    <a:p>
                      <a:pPr>
                        <a:lnSpc>
                          <a:spcPct val="113455"/>
                        </a:lnSpc>
                      </a:pPr>
                      <a:endParaRPr lang="en-AU" sz="1400"/>
                    </a:p>
                    <a:p>
                      <a:pPr>
                        <a:lnSpc>
                          <a:spcPct val="113455"/>
                        </a:lnSpc>
                      </a:pPr>
                      <a:r>
                        <a:rPr lang="en-AU" sz="1400"/>
                        <a:t>Requires design, build and support of a new database, replication processes, monitoring and deployment across DEV, TEST and PROD</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400" b="1"/>
                        <a:t>High.</a:t>
                      </a:r>
                      <a:r>
                        <a:rPr lang="en-AU" sz="1400"/>
                        <a:t> Additional infrastructure, database licensing, monitoring, security, backups and operational support.</a:t>
                      </a:r>
                      <a:endParaRPr lang="en-US" sz="1400"/>
                    </a:p>
                    <a:p>
                      <a:pPr>
                        <a:buNone/>
                      </a:pPr>
                      <a:endParaRPr lang="en-AU" sz="14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lnSpc>
                          <a:spcPct val="113455"/>
                        </a:lnSpc>
                        <a:buNone/>
                      </a:pPr>
                      <a:r>
                        <a:rPr lang="en-US" sz="1400">
                          <a:solidFill>
                            <a:srgbClr val="1E1E1E"/>
                          </a:solidFill>
                          <a:latin typeface="Arial" pitchFamily="34" charset="0"/>
                          <a:ea typeface="Arial" pitchFamily="34" charset="-122"/>
                          <a:cs typeface="Arial" pitchFamily="34" charset="-120"/>
                        </a:rPr>
                        <a:t>Familiar to the JAMS team, so no new skill is needed.</a:t>
                      </a:r>
                      <a:endParaRPr lang="en-US" sz="14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lnSpc>
                          <a:spcPct val="113455"/>
                        </a:lnSpc>
                        <a:buNone/>
                      </a:pPr>
                      <a:r>
                        <a:rPr lang="en-US" sz="1400">
                          <a:solidFill>
                            <a:srgbClr val="1E1E1E"/>
                          </a:solidFill>
                          <a:latin typeface="Arial" pitchFamily="34" charset="0"/>
                          <a:ea typeface="Arial" pitchFamily="34" charset="-122"/>
                          <a:cs typeface="Arial" pitchFamily="34" charset="-120"/>
                        </a:rPr>
                        <a:t>Familiar to the JAMS team, so no new skill is needed.</a:t>
                      </a:r>
                      <a:endParaRPr lang="en-US" sz="14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649378"/>
                  </a:ext>
                </a:extLst>
              </a:tr>
              <a:tr h="2361119">
                <a:tc>
                  <a:txBody>
                    <a:bodyPr/>
                    <a:lstStyle/>
                    <a:p>
                      <a:pPr>
                        <a:buNone/>
                      </a:pPr>
                      <a:r>
                        <a:rPr lang="en-AU" sz="1800" b="1"/>
                        <a:t>B – JAMS calls a published query on CPI </a:t>
                      </a:r>
                      <a:r>
                        <a:rPr lang="en-AU" sz="1800" b="1" i="1"/>
                        <a:t>(</a:t>
                      </a:r>
                      <a:r>
                        <a:rPr lang="en-AU" sz="2400" b="1" i="1">
                          <a:solidFill>
                            <a:srgbClr val="00B050"/>
                          </a:solidFill>
                        </a:rPr>
                        <a:t>Recommended)</a:t>
                      </a:r>
                      <a:endParaRPr lang="en-AU" sz="1800" b="1">
                        <a:solidFill>
                          <a:srgbClr val="00B050"/>
                        </a:solidFill>
                      </a:endParaRP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lgn="l">
                        <a:lnSpc>
                          <a:spcPct val="113455"/>
                        </a:lnSpc>
                        <a:buNone/>
                      </a:pPr>
                      <a:r>
                        <a:rPr lang="en-US" sz="1400">
                          <a:solidFill>
                            <a:srgbClr val="1E1E1E"/>
                          </a:solidFill>
                          <a:latin typeface="Arial" pitchFamily="34" charset="0"/>
                          <a:ea typeface="Arial" pitchFamily="34" charset="-122"/>
                          <a:cs typeface="Arial" pitchFamily="34" charset="-120"/>
                        </a:rPr>
                        <a:t>Familiar to the JAMS team, so no new skill is needed.</a:t>
                      </a:r>
                      <a:endParaRPr lang="en-US" sz="14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b="1"/>
                        <a:t>Medium.</a:t>
                      </a:r>
                      <a:r>
                        <a:rPr lang="en-AU" sz="1400"/>
                        <a:t> Build is primarily within SAP CPI. No additional database or replication layer is required. </a:t>
                      </a:r>
                    </a:p>
                    <a:p>
                      <a:pPr>
                        <a:lnSpc>
                          <a:spcPct val="113455"/>
                        </a:lnSpc>
                      </a:pPr>
                      <a:r>
                        <a:rPr lang="en-AU" sz="1400"/>
                        <a:t>JAMS replaces SQL queries with API calls.</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b="1"/>
                        <a:t>Medium.</a:t>
                      </a:r>
                      <a:r>
                        <a:rPr lang="en-AU" sz="1400"/>
                        <a:t> Build is primarily within SAP CPI. No additional database or replication layer is required. </a:t>
                      </a:r>
                    </a:p>
                    <a:p>
                      <a:pPr>
                        <a:lnSpc>
                          <a:spcPct val="113455"/>
                        </a:lnSpc>
                      </a:pPr>
                      <a:r>
                        <a:rPr lang="en-AU" sz="1400"/>
                        <a:t>JAMS replaces SQL queries with API calls..</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a:t>Single source of truth in S/4.</a:t>
                      </a:r>
                    </a:p>
                    <a:p>
                      <a:pPr>
                        <a:lnSpc>
                          <a:spcPct val="113455"/>
                        </a:lnSpc>
                      </a:pPr>
                      <a:r>
                        <a:rPr lang="en-AU" sz="1400"/>
                        <a:t>Reusable APIs can support JAMS, ODM, Wireless, ITSM and Defence. </a:t>
                      </a:r>
                    </a:p>
                    <a:p>
                      <a:pPr>
                        <a:lnSpc>
                          <a:spcPct val="113455"/>
                        </a:lnSpc>
                      </a:pPr>
                      <a:r>
                        <a:rPr lang="en-AU" sz="1400"/>
                        <a:t>Eliminates data duplication and reconciliation while aligning with SAP integration best practice.</a:t>
                      </a:r>
                      <a:endParaRPr lang="en-US" sz="1400"/>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13455"/>
                        </a:lnSpc>
                      </a:pPr>
                      <a:r>
                        <a:rPr lang="en-AU" sz="1400"/>
                        <a:t>Requires API governance, versioning, authentication, performance management and query optimisation. </a:t>
                      </a:r>
                    </a:p>
                    <a:p>
                      <a:pPr>
                        <a:lnSpc>
                          <a:spcPct val="113455"/>
                        </a:lnSpc>
                      </a:pPr>
                      <a:endParaRPr lang="en-AU" sz="1400"/>
                    </a:p>
                    <a:p>
                      <a:pPr>
                        <a:lnSpc>
                          <a:spcPct val="113455"/>
                        </a:lnSpc>
                      </a:pPr>
                      <a:r>
                        <a:rPr lang="en-AU" sz="1400" b="1"/>
                        <a:t>JAMS must transition from database queries to API consumption.</a:t>
                      </a:r>
                      <a:endParaRPr lang="en-US" sz="1400" b="1"/>
                    </a:p>
                    <a:p>
                      <a:pPr>
                        <a:buNone/>
                      </a:pPr>
                      <a:r>
                        <a:rPr lang="en-AU" sz="1400"/>
                        <a:t>.</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4206881"/>
                  </a:ext>
                </a:extLst>
              </a:tr>
              <a:tr h="2152785">
                <a:tc>
                  <a:txBody>
                    <a:bodyPr/>
                    <a:lstStyle/>
                    <a:p>
                      <a:pPr>
                        <a:buNone/>
                      </a:pPr>
                      <a:r>
                        <a:rPr lang="en-AU" sz="1800" b="1"/>
                        <a:t>C – SAP Business Data Cloud feeds a new database </a:t>
                      </a:r>
                      <a:r>
                        <a:rPr lang="en-AU" sz="1800" b="1" i="1"/>
                        <a:t>(Noted, not in scope)</a:t>
                      </a:r>
                      <a:endParaRPr lang="en-AU" sz="1800" b="1"/>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1400"/>
                        <a:t>S/4 data is published as SAP data products through SAP Business Data Cloud and Datasphere, then landed in a store that JAMS queries. Uses standard SAP extractors, so no bespoke extract is written.</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1400"/>
                        <a:t>Low for JAMS. High for Service Stream. Business Data Cloud is a separate SAP product that is licensed independently and is not included in the current Apollo scope. It requires separate funding and delivery.</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1400" b="1"/>
                        <a:t>High.</a:t>
                      </a:r>
                      <a:r>
                        <a:rPr lang="en-AU" sz="1400"/>
                        <a:t> Product subscription, plus a data store and its supporting content to run and reconcile.</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1400"/>
                        <a:t>Standard SAP tooling rather than a bespoke database. The same data products can support future reporting and analytics.</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AU" sz="1400"/>
                        <a:t>Data refresh is scheduled rather than real time, so it may not suit JAMS operational checks. The product is not currently in scope, creating delivery and go-live risk.</a:t>
                      </a:r>
                    </a:p>
                  </a:txBody>
                  <a:tcPr marL="69445" marR="69445" marT="34722" marB="3472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8509186"/>
                  </a:ext>
                </a:extLst>
              </a:tr>
            </a:tbl>
          </a:graphicData>
        </a:graphic>
      </p:graphicFrame>
      <p:sp>
        <p:nvSpPr>
          <p:cNvPr id="61" name="Shape 40">
            <a:extLst>
              <a:ext uri="{FF2B5EF4-FFF2-40B4-BE49-F238E27FC236}">
                <a16:creationId xmlns:a16="http://schemas.microsoft.com/office/drawing/2014/main" id="{24D71408-A183-119C-C516-C471981A7A0B}"/>
              </a:ext>
            </a:extLst>
          </p:cNvPr>
          <p:cNvSpPr/>
          <p:nvPr/>
        </p:nvSpPr>
        <p:spPr>
          <a:xfrm>
            <a:off x="315398" y="8865305"/>
            <a:ext cx="17210602" cy="1219983"/>
          </a:xfrm>
          <a:prstGeom prst="roundRect">
            <a:avLst>
              <a:gd name="adj" fmla="val 11137"/>
            </a:avLst>
          </a:prstGeom>
          <a:solidFill>
            <a:srgbClr val="E6FBF3"/>
          </a:solidFill>
          <a:ln w="23813">
            <a:solidFill>
              <a:srgbClr val="17E09C"/>
            </a:solidFill>
            <a:prstDash val="solid"/>
          </a:ln>
        </p:spPr>
        <p:txBody>
          <a:bodyPr/>
          <a:lstStyle/>
          <a:p>
            <a:endParaRPr lang="en-AU"/>
          </a:p>
        </p:txBody>
      </p:sp>
      <p:sp>
        <p:nvSpPr>
          <p:cNvPr id="63" name="Text 41">
            <a:extLst>
              <a:ext uri="{FF2B5EF4-FFF2-40B4-BE49-F238E27FC236}">
                <a16:creationId xmlns:a16="http://schemas.microsoft.com/office/drawing/2014/main" id="{BEDC0C0E-957F-AE42-5A8E-866858DE51C5}"/>
              </a:ext>
            </a:extLst>
          </p:cNvPr>
          <p:cNvSpPr/>
          <p:nvPr/>
        </p:nvSpPr>
        <p:spPr>
          <a:xfrm>
            <a:off x="529096" y="8959765"/>
            <a:ext cx="3463441" cy="307975"/>
          </a:xfrm>
          <a:prstGeom prst="rect">
            <a:avLst/>
          </a:prstGeom>
          <a:noFill/>
          <a:ln/>
        </p:spPr>
        <p:txBody>
          <a:bodyPr wrap="none" lIns="25400" tIns="25400" rIns="25400" bIns="25400" rtlCol="0" anchor="t">
            <a:normAutofit lnSpcReduction="10000"/>
          </a:bodyPr>
          <a:lstStyle/>
          <a:p>
            <a:pPr marL="0" indent="0" algn="l">
              <a:buNone/>
            </a:pPr>
            <a:r>
              <a:rPr lang="en-US" sz="1875" b="1">
                <a:solidFill>
                  <a:srgbClr val="0A7D5C"/>
                </a:solidFill>
                <a:latin typeface="Arial" pitchFamily="34" charset="0"/>
                <a:ea typeface="Arial" pitchFamily="34" charset="-122"/>
                <a:cs typeface="Arial" pitchFamily="34" charset="-120"/>
              </a:rPr>
              <a:t>Recommendation: Option B</a:t>
            </a:r>
            <a:endParaRPr lang="en-US" sz="1875"/>
          </a:p>
        </p:txBody>
      </p:sp>
      <p:sp>
        <p:nvSpPr>
          <p:cNvPr id="65" name="Text 42">
            <a:extLst>
              <a:ext uri="{FF2B5EF4-FFF2-40B4-BE49-F238E27FC236}">
                <a16:creationId xmlns:a16="http://schemas.microsoft.com/office/drawing/2014/main" id="{D9C42722-B2D9-8A8A-9F5E-6FA133BA6673}"/>
              </a:ext>
            </a:extLst>
          </p:cNvPr>
          <p:cNvSpPr/>
          <p:nvPr/>
        </p:nvSpPr>
        <p:spPr>
          <a:xfrm>
            <a:off x="4206235" y="8795742"/>
            <a:ext cx="13248983" cy="655241"/>
          </a:xfrm>
          <a:prstGeom prst="rect">
            <a:avLst/>
          </a:prstGeom>
          <a:noFill/>
          <a:ln/>
        </p:spPr>
        <p:txBody>
          <a:bodyPr wrap="square" lIns="25400" tIns="25400" rIns="25400" bIns="25400" rtlCol="0" anchor="t">
            <a:noAutofit/>
          </a:bodyPr>
          <a:lstStyle/>
          <a:p>
            <a:pPr>
              <a:lnSpc>
                <a:spcPct val="117818"/>
              </a:lnSpc>
            </a:pPr>
            <a:r>
              <a:rPr lang="en-AU" sz="1400"/>
              <a:t>Replace each </a:t>
            </a:r>
            <a:r>
              <a:rPr lang="en-AU" sz="1400" err="1"/>
              <a:t>Jobpac</a:t>
            </a:r>
            <a:r>
              <a:rPr lang="en-AU" sz="1400"/>
              <a:t> database query with a published CPI API</a:t>
            </a:r>
            <a:r>
              <a:rPr lang="en-AU"/>
              <a:t>.</a:t>
            </a:r>
          </a:p>
          <a:p>
            <a:pPr>
              <a:lnSpc>
                <a:spcPct val="117818"/>
              </a:lnSpc>
            </a:pPr>
            <a:endParaRPr lang="en-AU"/>
          </a:p>
          <a:p>
            <a:pPr>
              <a:lnSpc>
                <a:spcPct val="117818"/>
              </a:lnSpc>
            </a:pPr>
            <a:r>
              <a:rPr lang="en-AU"/>
              <a:t> </a:t>
            </a:r>
            <a:r>
              <a:rPr lang="en-AU" sz="1400"/>
              <a:t>JAMS retrieves live data directly from S/4 without introducing a second database or replicated data store. This aligns with SAP clean-core principles, provides a reusable integration service for multiple field systems, and reduces long-term support, reconciliation and operational costs.</a:t>
            </a:r>
            <a:endParaRPr lang="en-US"/>
          </a:p>
        </p:txBody>
      </p:sp>
    </p:spTree>
    <p:extLst>
      <p:ext uri="{BB962C8B-B14F-4D97-AF65-F5344CB8AC3E}">
        <p14:creationId xmlns:p14="http://schemas.microsoft.com/office/powerpoint/2010/main" val="3389590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7250" y="571500"/>
            <a:ext cx="857250" cy="76150"/>
          </a:xfrm>
          <a:prstGeom prst="rect">
            <a:avLst/>
          </a:prstGeom>
          <a:solidFill>
            <a:srgbClr val="17E09C"/>
          </a:solidFill>
          <a:ln/>
        </p:spPr>
        <p:txBody>
          <a:bodyPr/>
          <a:lstStyle/>
          <a:p>
            <a:endParaRPr lang="en-AU"/>
          </a:p>
        </p:txBody>
      </p:sp>
      <p:sp>
        <p:nvSpPr>
          <p:cNvPr id="3" name="Text 1"/>
          <p:cNvSpPr/>
          <p:nvPr/>
        </p:nvSpPr>
        <p:spPr>
          <a:xfrm>
            <a:off x="857250" y="799951"/>
            <a:ext cx="6000278"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Key Decision Analysis Detail</a:t>
            </a:r>
            <a:endParaRPr lang="en-US" sz="3150"/>
          </a:p>
        </p:txBody>
      </p:sp>
      <p:pic>
        <p:nvPicPr>
          <p:cNvPr id="4" name="Image 0" descr="preencoded.png"/>
          <p:cNvPicPr>
            <a:picLocks noChangeAspect="1"/>
          </p:cNvPicPr>
          <p:nvPr/>
        </p:nvPicPr>
        <p:blipFill>
          <a:blip r:embed="rId3"/>
          <a:stretch>
            <a:fillRect/>
          </a:stretch>
        </p:blipFill>
        <p:spPr>
          <a:xfrm>
            <a:off x="16093529" y="571500"/>
            <a:ext cx="1337221" cy="419075"/>
          </a:xfrm>
          <a:prstGeom prst="rect">
            <a:avLst/>
          </a:prstGeom>
        </p:spPr>
      </p:pic>
      <p:sp>
        <p:nvSpPr>
          <p:cNvPr id="5" name="Shape 2"/>
          <p:cNvSpPr/>
          <p:nvPr/>
        </p:nvSpPr>
        <p:spPr>
          <a:xfrm>
            <a:off x="857250" y="1534914"/>
            <a:ext cx="16573500" cy="4555381"/>
          </a:xfrm>
          <a:prstGeom prst="roundRect">
            <a:avLst>
              <a:gd name="adj" fmla="val 2091"/>
            </a:avLst>
          </a:prstGeom>
          <a:solidFill>
            <a:srgbClr val="D9DEE4"/>
          </a:solidFill>
          <a:ln w="15875">
            <a:solidFill>
              <a:srgbClr val="D9DEE4"/>
            </a:solidFill>
            <a:prstDash val="solid"/>
          </a:ln>
        </p:spPr>
        <p:txBody>
          <a:bodyPr/>
          <a:lstStyle/>
          <a:p>
            <a:endParaRPr lang="en-AU"/>
          </a:p>
        </p:txBody>
      </p:sp>
      <p:sp>
        <p:nvSpPr>
          <p:cNvPr id="6" name="Shape 3"/>
          <p:cNvSpPr/>
          <p:nvPr/>
        </p:nvSpPr>
        <p:spPr>
          <a:xfrm>
            <a:off x="873125" y="1550789"/>
            <a:ext cx="3429000" cy="490389"/>
          </a:xfrm>
          <a:prstGeom prst="rect">
            <a:avLst/>
          </a:prstGeom>
          <a:solidFill>
            <a:srgbClr val="1E1E1E"/>
          </a:solidFill>
          <a:ln/>
        </p:spPr>
        <p:txBody>
          <a:bodyPr/>
          <a:lstStyle/>
          <a:p>
            <a:endParaRPr lang="en-AU"/>
          </a:p>
        </p:txBody>
      </p:sp>
      <p:sp>
        <p:nvSpPr>
          <p:cNvPr id="7" name="Text 4"/>
          <p:cNvSpPr/>
          <p:nvPr/>
        </p:nvSpPr>
        <p:spPr>
          <a:xfrm>
            <a:off x="1044575" y="1665089"/>
            <a:ext cx="3188970" cy="299889"/>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Criteria</a:t>
            </a:r>
            <a:endParaRPr lang="en-US" sz="1800"/>
          </a:p>
        </p:txBody>
      </p:sp>
      <p:sp>
        <p:nvSpPr>
          <p:cNvPr id="8" name="Shape 5"/>
          <p:cNvSpPr/>
          <p:nvPr/>
        </p:nvSpPr>
        <p:spPr>
          <a:xfrm>
            <a:off x="4321100" y="1550789"/>
            <a:ext cx="6537399" cy="490389"/>
          </a:xfrm>
          <a:prstGeom prst="rect">
            <a:avLst/>
          </a:prstGeom>
          <a:solidFill>
            <a:srgbClr val="1E1E1E"/>
          </a:solidFill>
          <a:ln/>
        </p:spPr>
        <p:txBody>
          <a:bodyPr/>
          <a:lstStyle/>
          <a:p>
            <a:endParaRPr lang="en-AU"/>
          </a:p>
        </p:txBody>
      </p:sp>
      <p:sp>
        <p:nvSpPr>
          <p:cNvPr id="9" name="Text 6"/>
          <p:cNvSpPr/>
          <p:nvPr/>
        </p:nvSpPr>
        <p:spPr>
          <a:xfrm>
            <a:off x="4467878" y="1665089"/>
            <a:ext cx="6390621" cy="299889"/>
          </a:xfrm>
          <a:prstGeom prst="rect">
            <a:avLst/>
          </a:prstGeom>
          <a:noFill/>
          <a:ln/>
        </p:spPr>
        <p:txBody>
          <a:bodyPr wrap="square" lIns="25400" tIns="25400" rIns="25400" bIns="25400" rtlCol="0" anchor="t">
            <a:normAutofit lnSpcReduction="10000"/>
          </a:bodyPr>
          <a:lstStyle/>
          <a:p>
            <a:r>
              <a:rPr lang="en-US" sz="1800" b="1">
                <a:solidFill>
                  <a:srgbClr val="FFFFFF"/>
                </a:solidFill>
                <a:latin typeface="Arial" pitchFamily="34" charset="0"/>
                <a:ea typeface="Arial" pitchFamily="34" charset="-122"/>
                <a:cs typeface="Arial" pitchFamily="34" charset="-120"/>
              </a:rPr>
              <a:t>A – Intermediate database </a:t>
            </a:r>
            <a:r>
              <a:rPr lang="en-AU"/>
              <a:t>((</a:t>
            </a:r>
            <a:r>
              <a:rPr lang="en-AU">
                <a:solidFill>
                  <a:schemeClr val="bg1"/>
                </a:solidFill>
              </a:rPr>
              <a:t>JDW Replacement)</a:t>
            </a:r>
            <a:endParaRPr lang="en-US" sz="1800">
              <a:solidFill>
                <a:schemeClr val="bg1"/>
              </a:solidFill>
            </a:endParaRPr>
          </a:p>
        </p:txBody>
      </p:sp>
      <p:sp>
        <p:nvSpPr>
          <p:cNvPr id="10" name="Shape 7"/>
          <p:cNvSpPr/>
          <p:nvPr/>
        </p:nvSpPr>
        <p:spPr>
          <a:xfrm>
            <a:off x="10877476" y="1550789"/>
            <a:ext cx="6537399" cy="490389"/>
          </a:xfrm>
          <a:prstGeom prst="rect">
            <a:avLst/>
          </a:prstGeom>
          <a:solidFill>
            <a:srgbClr val="0A7D5C"/>
          </a:solidFill>
          <a:ln/>
        </p:spPr>
        <p:txBody>
          <a:bodyPr/>
          <a:lstStyle/>
          <a:p>
            <a:endParaRPr lang="en-AU"/>
          </a:p>
        </p:txBody>
      </p:sp>
      <p:sp>
        <p:nvSpPr>
          <p:cNvPr id="11" name="Text 8"/>
          <p:cNvSpPr/>
          <p:nvPr/>
        </p:nvSpPr>
        <p:spPr>
          <a:xfrm>
            <a:off x="11048926" y="1665089"/>
            <a:ext cx="6390621" cy="299889"/>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B – CPI pull interface</a:t>
            </a:r>
            <a:endParaRPr lang="en-US" sz="1800"/>
          </a:p>
        </p:txBody>
      </p:sp>
      <p:sp>
        <p:nvSpPr>
          <p:cNvPr id="12" name="Shape 9"/>
          <p:cNvSpPr/>
          <p:nvPr/>
        </p:nvSpPr>
        <p:spPr>
          <a:xfrm>
            <a:off x="873125" y="2060153"/>
            <a:ext cx="3429000" cy="452438"/>
          </a:xfrm>
          <a:prstGeom prst="rect">
            <a:avLst/>
          </a:prstGeom>
          <a:solidFill>
            <a:srgbClr val="F4F6F8"/>
          </a:solidFill>
          <a:ln/>
        </p:spPr>
        <p:txBody>
          <a:bodyPr/>
          <a:lstStyle/>
          <a:p>
            <a:endParaRPr lang="en-AU"/>
          </a:p>
        </p:txBody>
      </p:sp>
      <p:sp>
        <p:nvSpPr>
          <p:cNvPr id="13" name="Text 10"/>
          <p:cNvSpPr/>
          <p:nvPr/>
        </p:nvSpPr>
        <p:spPr>
          <a:xfrm>
            <a:off x="1044575" y="2155403"/>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Overall Rating (Average)</a:t>
            </a:r>
            <a:endParaRPr lang="en-US" sz="1800"/>
          </a:p>
        </p:txBody>
      </p:sp>
      <p:sp>
        <p:nvSpPr>
          <p:cNvPr id="14" name="Shape 11"/>
          <p:cNvSpPr/>
          <p:nvPr/>
        </p:nvSpPr>
        <p:spPr>
          <a:xfrm>
            <a:off x="4321100" y="2060153"/>
            <a:ext cx="6537399" cy="452438"/>
          </a:xfrm>
          <a:prstGeom prst="rect">
            <a:avLst/>
          </a:prstGeom>
          <a:solidFill>
            <a:srgbClr val="FFFFFF"/>
          </a:solidFill>
          <a:ln/>
        </p:spPr>
        <p:txBody>
          <a:bodyPr/>
          <a:lstStyle/>
          <a:p>
            <a:endParaRPr lang="en-AU"/>
          </a:p>
        </p:txBody>
      </p:sp>
      <p:sp>
        <p:nvSpPr>
          <p:cNvPr id="15" name="Text 12"/>
          <p:cNvSpPr/>
          <p:nvPr/>
        </p:nvSpPr>
        <p:spPr>
          <a:xfrm>
            <a:off x="4492550" y="2155403"/>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3.7</a:t>
            </a:r>
            <a:endParaRPr lang="en-US" sz="1800"/>
          </a:p>
        </p:txBody>
      </p:sp>
      <p:sp>
        <p:nvSpPr>
          <p:cNvPr id="16" name="Shape 13"/>
          <p:cNvSpPr/>
          <p:nvPr/>
        </p:nvSpPr>
        <p:spPr>
          <a:xfrm>
            <a:off x="10877476" y="2060153"/>
            <a:ext cx="6537399" cy="452438"/>
          </a:xfrm>
          <a:prstGeom prst="rect">
            <a:avLst/>
          </a:prstGeom>
          <a:solidFill>
            <a:srgbClr val="E6FBF3"/>
          </a:solidFill>
          <a:ln/>
        </p:spPr>
        <p:txBody>
          <a:bodyPr/>
          <a:lstStyle/>
          <a:p>
            <a:endParaRPr lang="en-AU"/>
          </a:p>
        </p:txBody>
      </p:sp>
      <p:sp>
        <p:nvSpPr>
          <p:cNvPr id="17" name="Text 14"/>
          <p:cNvSpPr/>
          <p:nvPr/>
        </p:nvSpPr>
        <p:spPr>
          <a:xfrm>
            <a:off x="11048926" y="2155403"/>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1.7</a:t>
            </a:r>
            <a:endParaRPr lang="en-US" sz="1800"/>
          </a:p>
        </p:txBody>
      </p:sp>
      <p:sp>
        <p:nvSpPr>
          <p:cNvPr id="18" name="Shape 15"/>
          <p:cNvSpPr/>
          <p:nvPr/>
        </p:nvSpPr>
        <p:spPr>
          <a:xfrm>
            <a:off x="873125" y="2531566"/>
            <a:ext cx="3429000" cy="452438"/>
          </a:xfrm>
          <a:prstGeom prst="rect">
            <a:avLst/>
          </a:prstGeom>
          <a:solidFill>
            <a:srgbClr val="F4F6F8"/>
          </a:solidFill>
          <a:ln/>
        </p:spPr>
        <p:txBody>
          <a:bodyPr/>
          <a:lstStyle/>
          <a:p>
            <a:endParaRPr lang="en-AU"/>
          </a:p>
        </p:txBody>
      </p:sp>
      <p:sp>
        <p:nvSpPr>
          <p:cNvPr id="19" name="Text 16"/>
          <p:cNvSpPr/>
          <p:nvPr/>
        </p:nvSpPr>
        <p:spPr>
          <a:xfrm>
            <a:off x="1044575" y="2626816"/>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Architecture alignment</a:t>
            </a:r>
            <a:endParaRPr lang="en-US" sz="1800"/>
          </a:p>
        </p:txBody>
      </p:sp>
      <p:sp>
        <p:nvSpPr>
          <p:cNvPr id="20" name="Shape 17"/>
          <p:cNvSpPr/>
          <p:nvPr/>
        </p:nvSpPr>
        <p:spPr>
          <a:xfrm>
            <a:off x="4321100" y="2531566"/>
            <a:ext cx="6537399" cy="452438"/>
          </a:xfrm>
          <a:prstGeom prst="rect">
            <a:avLst/>
          </a:prstGeom>
          <a:solidFill>
            <a:srgbClr val="FFFFFF"/>
          </a:solidFill>
          <a:ln/>
        </p:spPr>
        <p:txBody>
          <a:bodyPr/>
          <a:lstStyle/>
          <a:p>
            <a:endParaRPr lang="en-AU"/>
          </a:p>
        </p:txBody>
      </p:sp>
      <p:sp>
        <p:nvSpPr>
          <p:cNvPr id="21" name="Text 18"/>
          <p:cNvSpPr/>
          <p:nvPr/>
        </p:nvSpPr>
        <p:spPr>
          <a:xfrm>
            <a:off x="4492550" y="2626816"/>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Rebuilds the store being retired</a:t>
            </a:r>
            <a:endParaRPr lang="en-US" sz="1800"/>
          </a:p>
        </p:txBody>
      </p:sp>
      <p:sp>
        <p:nvSpPr>
          <p:cNvPr id="22" name="Shape 19"/>
          <p:cNvSpPr/>
          <p:nvPr/>
        </p:nvSpPr>
        <p:spPr>
          <a:xfrm>
            <a:off x="10877476" y="2531566"/>
            <a:ext cx="6537399" cy="452438"/>
          </a:xfrm>
          <a:prstGeom prst="rect">
            <a:avLst/>
          </a:prstGeom>
          <a:solidFill>
            <a:srgbClr val="E6FBF3"/>
          </a:solidFill>
          <a:ln/>
        </p:spPr>
        <p:txBody>
          <a:bodyPr/>
          <a:lstStyle/>
          <a:p>
            <a:endParaRPr lang="en-AU"/>
          </a:p>
        </p:txBody>
      </p:sp>
      <p:sp>
        <p:nvSpPr>
          <p:cNvPr id="23" name="Text 20"/>
          <p:cNvSpPr/>
          <p:nvPr/>
        </p:nvSpPr>
        <p:spPr>
          <a:xfrm>
            <a:off x="11048926" y="2626816"/>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Published CPI interface, one pattern for all FSMs</a:t>
            </a:r>
            <a:endParaRPr lang="en-US" sz="1800"/>
          </a:p>
        </p:txBody>
      </p:sp>
      <p:sp>
        <p:nvSpPr>
          <p:cNvPr id="24" name="Shape 21"/>
          <p:cNvSpPr/>
          <p:nvPr/>
        </p:nvSpPr>
        <p:spPr>
          <a:xfrm>
            <a:off x="873125" y="3002979"/>
            <a:ext cx="3429000" cy="452438"/>
          </a:xfrm>
          <a:prstGeom prst="rect">
            <a:avLst/>
          </a:prstGeom>
          <a:solidFill>
            <a:srgbClr val="F4F6F8"/>
          </a:solidFill>
          <a:ln/>
        </p:spPr>
        <p:txBody>
          <a:bodyPr/>
          <a:lstStyle/>
          <a:p>
            <a:endParaRPr lang="en-AU"/>
          </a:p>
        </p:txBody>
      </p:sp>
      <p:sp>
        <p:nvSpPr>
          <p:cNvPr id="25" name="Text 22"/>
          <p:cNvSpPr/>
          <p:nvPr/>
        </p:nvSpPr>
        <p:spPr>
          <a:xfrm>
            <a:off x="1044575" y="3098229"/>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Decoupling</a:t>
            </a:r>
            <a:endParaRPr lang="en-US" sz="1800"/>
          </a:p>
        </p:txBody>
      </p:sp>
      <p:sp>
        <p:nvSpPr>
          <p:cNvPr id="26" name="Shape 23"/>
          <p:cNvSpPr/>
          <p:nvPr/>
        </p:nvSpPr>
        <p:spPr>
          <a:xfrm>
            <a:off x="4321100" y="3002979"/>
            <a:ext cx="6537399" cy="452438"/>
          </a:xfrm>
          <a:prstGeom prst="rect">
            <a:avLst/>
          </a:prstGeom>
          <a:solidFill>
            <a:srgbClr val="FFFFFF"/>
          </a:solidFill>
          <a:ln/>
        </p:spPr>
        <p:txBody>
          <a:bodyPr/>
          <a:lstStyle/>
          <a:p>
            <a:endParaRPr lang="en-AU"/>
          </a:p>
        </p:txBody>
      </p:sp>
      <p:sp>
        <p:nvSpPr>
          <p:cNvPr id="27" name="Text 24"/>
          <p:cNvSpPr/>
          <p:nvPr/>
        </p:nvSpPr>
        <p:spPr>
          <a:xfrm>
            <a:off x="4492550" y="3098229"/>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Coupled through shared data, not interfaces</a:t>
            </a:r>
            <a:endParaRPr lang="en-US" sz="1800"/>
          </a:p>
        </p:txBody>
      </p:sp>
      <p:sp>
        <p:nvSpPr>
          <p:cNvPr id="28" name="Shape 25"/>
          <p:cNvSpPr/>
          <p:nvPr/>
        </p:nvSpPr>
        <p:spPr>
          <a:xfrm>
            <a:off x="10877476" y="3002979"/>
            <a:ext cx="6537399" cy="452438"/>
          </a:xfrm>
          <a:prstGeom prst="rect">
            <a:avLst/>
          </a:prstGeom>
          <a:solidFill>
            <a:srgbClr val="E6FBF3"/>
          </a:solidFill>
          <a:ln/>
        </p:spPr>
        <p:txBody>
          <a:bodyPr/>
          <a:lstStyle/>
          <a:p>
            <a:endParaRPr lang="en-AU"/>
          </a:p>
        </p:txBody>
      </p:sp>
      <p:sp>
        <p:nvSpPr>
          <p:cNvPr id="29" name="Text 26"/>
          <p:cNvSpPr/>
          <p:nvPr/>
        </p:nvSpPr>
        <p:spPr>
          <a:xfrm>
            <a:off x="11048926" y="3098229"/>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Full – each side runs on its own schedule</a:t>
            </a:r>
            <a:endParaRPr lang="en-US" sz="1800"/>
          </a:p>
        </p:txBody>
      </p:sp>
      <p:sp>
        <p:nvSpPr>
          <p:cNvPr id="30" name="Shape 27"/>
          <p:cNvSpPr/>
          <p:nvPr/>
        </p:nvSpPr>
        <p:spPr>
          <a:xfrm>
            <a:off x="873125" y="3474393"/>
            <a:ext cx="3429000" cy="452438"/>
          </a:xfrm>
          <a:prstGeom prst="rect">
            <a:avLst/>
          </a:prstGeom>
          <a:solidFill>
            <a:srgbClr val="F4F6F8"/>
          </a:solidFill>
          <a:ln/>
        </p:spPr>
        <p:txBody>
          <a:bodyPr/>
          <a:lstStyle/>
          <a:p>
            <a:endParaRPr lang="en-AU"/>
          </a:p>
        </p:txBody>
      </p:sp>
      <p:sp>
        <p:nvSpPr>
          <p:cNvPr id="31" name="Text 28"/>
          <p:cNvSpPr/>
          <p:nvPr/>
        </p:nvSpPr>
        <p:spPr>
          <a:xfrm>
            <a:off x="1044575" y="3569643"/>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JAMS team capability fit</a:t>
            </a:r>
            <a:endParaRPr lang="en-US" sz="1800"/>
          </a:p>
        </p:txBody>
      </p:sp>
      <p:sp>
        <p:nvSpPr>
          <p:cNvPr id="32" name="Shape 29"/>
          <p:cNvSpPr/>
          <p:nvPr/>
        </p:nvSpPr>
        <p:spPr>
          <a:xfrm>
            <a:off x="4321100" y="3474393"/>
            <a:ext cx="6537399" cy="452438"/>
          </a:xfrm>
          <a:prstGeom prst="rect">
            <a:avLst/>
          </a:prstGeom>
          <a:solidFill>
            <a:srgbClr val="E6FBF3"/>
          </a:solidFill>
          <a:ln/>
        </p:spPr>
        <p:txBody>
          <a:bodyPr/>
          <a:lstStyle/>
          <a:p>
            <a:endParaRPr lang="en-AU"/>
          </a:p>
        </p:txBody>
      </p:sp>
      <p:sp>
        <p:nvSpPr>
          <p:cNvPr id="33" name="Text 30"/>
          <p:cNvSpPr/>
          <p:nvPr/>
        </p:nvSpPr>
        <p:spPr>
          <a:xfrm>
            <a:off x="4492550" y="3569643"/>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Best – identical to today</a:t>
            </a:r>
            <a:endParaRPr lang="en-US" sz="1800"/>
          </a:p>
        </p:txBody>
      </p:sp>
      <p:sp>
        <p:nvSpPr>
          <p:cNvPr id="34" name="Shape 31"/>
          <p:cNvSpPr/>
          <p:nvPr/>
        </p:nvSpPr>
        <p:spPr>
          <a:xfrm>
            <a:off x="10877476" y="3474393"/>
            <a:ext cx="6537399" cy="452438"/>
          </a:xfrm>
          <a:prstGeom prst="rect">
            <a:avLst/>
          </a:prstGeom>
          <a:solidFill>
            <a:srgbClr val="E6FBF3"/>
          </a:solidFill>
          <a:ln/>
        </p:spPr>
        <p:txBody>
          <a:bodyPr/>
          <a:lstStyle/>
          <a:p>
            <a:endParaRPr lang="en-AU"/>
          </a:p>
        </p:txBody>
      </p:sp>
      <p:sp>
        <p:nvSpPr>
          <p:cNvPr id="35" name="Text 32"/>
          <p:cNvSpPr/>
          <p:nvPr/>
        </p:nvSpPr>
        <p:spPr>
          <a:xfrm>
            <a:off x="11048926" y="3569643"/>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Workable – one filtered GET call</a:t>
            </a:r>
            <a:endParaRPr lang="en-US" sz="1800"/>
          </a:p>
        </p:txBody>
      </p:sp>
      <p:sp>
        <p:nvSpPr>
          <p:cNvPr id="36" name="Shape 33"/>
          <p:cNvSpPr/>
          <p:nvPr/>
        </p:nvSpPr>
        <p:spPr>
          <a:xfrm>
            <a:off x="873125" y="3945806"/>
            <a:ext cx="3429000" cy="452438"/>
          </a:xfrm>
          <a:prstGeom prst="rect">
            <a:avLst/>
          </a:prstGeom>
          <a:solidFill>
            <a:srgbClr val="F4F6F8"/>
          </a:solidFill>
          <a:ln/>
        </p:spPr>
        <p:txBody>
          <a:bodyPr/>
          <a:lstStyle/>
          <a:p>
            <a:endParaRPr lang="en-AU"/>
          </a:p>
        </p:txBody>
      </p:sp>
      <p:sp>
        <p:nvSpPr>
          <p:cNvPr id="37" name="Text 34"/>
          <p:cNvSpPr/>
          <p:nvPr/>
        </p:nvSpPr>
        <p:spPr>
          <a:xfrm>
            <a:off x="1044575" y="4041056"/>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S/4 tenant load</a:t>
            </a:r>
            <a:endParaRPr lang="en-US" sz="1800"/>
          </a:p>
        </p:txBody>
      </p:sp>
      <p:sp>
        <p:nvSpPr>
          <p:cNvPr id="38" name="Shape 35"/>
          <p:cNvSpPr/>
          <p:nvPr/>
        </p:nvSpPr>
        <p:spPr>
          <a:xfrm>
            <a:off x="4321100" y="3945806"/>
            <a:ext cx="6537399" cy="452438"/>
          </a:xfrm>
          <a:prstGeom prst="rect">
            <a:avLst/>
          </a:prstGeom>
          <a:solidFill>
            <a:srgbClr val="FFFFFF"/>
          </a:solidFill>
          <a:ln/>
        </p:spPr>
        <p:txBody>
          <a:bodyPr/>
          <a:lstStyle/>
          <a:p>
            <a:endParaRPr lang="en-AU"/>
          </a:p>
        </p:txBody>
      </p:sp>
      <p:sp>
        <p:nvSpPr>
          <p:cNvPr id="39" name="Text 36"/>
          <p:cNvSpPr/>
          <p:nvPr/>
        </p:nvSpPr>
        <p:spPr>
          <a:xfrm>
            <a:off x="4492550" y="4041056"/>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Load moves to the copy; extract load remains</a:t>
            </a:r>
            <a:endParaRPr lang="en-US" sz="1800"/>
          </a:p>
        </p:txBody>
      </p:sp>
      <p:sp>
        <p:nvSpPr>
          <p:cNvPr id="40" name="Shape 37"/>
          <p:cNvSpPr/>
          <p:nvPr/>
        </p:nvSpPr>
        <p:spPr>
          <a:xfrm>
            <a:off x="10877476" y="3945806"/>
            <a:ext cx="6537399" cy="452438"/>
          </a:xfrm>
          <a:prstGeom prst="rect">
            <a:avLst/>
          </a:prstGeom>
          <a:solidFill>
            <a:srgbClr val="E6FBF3"/>
          </a:solidFill>
          <a:ln/>
        </p:spPr>
        <p:txBody>
          <a:bodyPr/>
          <a:lstStyle/>
          <a:p>
            <a:endParaRPr lang="en-AU"/>
          </a:p>
        </p:txBody>
      </p:sp>
      <p:sp>
        <p:nvSpPr>
          <p:cNvPr id="41" name="Text 38"/>
          <p:cNvSpPr/>
          <p:nvPr/>
        </p:nvSpPr>
        <p:spPr>
          <a:xfrm>
            <a:off x="11048926" y="4041056"/>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Bounded – registered queries, filters and paging</a:t>
            </a:r>
            <a:endParaRPr lang="en-US" sz="1800"/>
          </a:p>
        </p:txBody>
      </p:sp>
      <p:sp>
        <p:nvSpPr>
          <p:cNvPr id="42" name="Shape 39"/>
          <p:cNvSpPr/>
          <p:nvPr/>
        </p:nvSpPr>
        <p:spPr>
          <a:xfrm>
            <a:off x="873125" y="4417219"/>
            <a:ext cx="3429000" cy="452438"/>
          </a:xfrm>
          <a:prstGeom prst="rect">
            <a:avLst/>
          </a:prstGeom>
          <a:solidFill>
            <a:srgbClr val="F4F6F8"/>
          </a:solidFill>
          <a:ln/>
        </p:spPr>
        <p:txBody>
          <a:bodyPr/>
          <a:lstStyle/>
          <a:p>
            <a:endParaRPr lang="en-AU"/>
          </a:p>
        </p:txBody>
      </p:sp>
      <p:sp>
        <p:nvSpPr>
          <p:cNvPr id="43" name="Text 40"/>
          <p:cNvSpPr/>
          <p:nvPr/>
        </p:nvSpPr>
        <p:spPr>
          <a:xfrm>
            <a:off x="1044575" y="4512469"/>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Data duplication</a:t>
            </a:r>
            <a:endParaRPr lang="en-US" sz="1800"/>
          </a:p>
        </p:txBody>
      </p:sp>
      <p:sp>
        <p:nvSpPr>
          <p:cNvPr id="44" name="Shape 41"/>
          <p:cNvSpPr/>
          <p:nvPr/>
        </p:nvSpPr>
        <p:spPr>
          <a:xfrm>
            <a:off x="4321100" y="4417219"/>
            <a:ext cx="6537399" cy="452438"/>
          </a:xfrm>
          <a:prstGeom prst="rect">
            <a:avLst/>
          </a:prstGeom>
          <a:solidFill>
            <a:srgbClr val="FFFFFF"/>
          </a:solidFill>
          <a:ln/>
        </p:spPr>
        <p:txBody>
          <a:bodyPr/>
          <a:lstStyle/>
          <a:p>
            <a:endParaRPr lang="en-AU"/>
          </a:p>
        </p:txBody>
      </p:sp>
      <p:sp>
        <p:nvSpPr>
          <p:cNvPr id="45" name="Text 42"/>
          <p:cNvSpPr/>
          <p:nvPr/>
        </p:nvSpPr>
        <p:spPr>
          <a:xfrm>
            <a:off x="4492550" y="4512469"/>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Full copy of ERP data to reconcile</a:t>
            </a:r>
            <a:endParaRPr lang="en-US" sz="1800"/>
          </a:p>
        </p:txBody>
      </p:sp>
      <p:sp>
        <p:nvSpPr>
          <p:cNvPr id="46" name="Shape 43"/>
          <p:cNvSpPr/>
          <p:nvPr/>
        </p:nvSpPr>
        <p:spPr>
          <a:xfrm>
            <a:off x="10877476" y="4417219"/>
            <a:ext cx="6537399" cy="452438"/>
          </a:xfrm>
          <a:prstGeom prst="rect">
            <a:avLst/>
          </a:prstGeom>
          <a:solidFill>
            <a:srgbClr val="E6FBF3"/>
          </a:solidFill>
          <a:ln/>
        </p:spPr>
        <p:txBody>
          <a:bodyPr/>
          <a:lstStyle/>
          <a:p>
            <a:endParaRPr lang="en-AU"/>
          </a:p>
        </p:txBody>
      </p:sp>
      <p:sp>
        <p:nvSpPr>
          <p:cNvPr id="47" name="Text 44"/>
          <p:cNvSpPr/>
          <p:nvPr/>
        </p:nvSpPr>
        <p:spPr>
          <a:xfrm>
            <a:off x="11048926" y="4512469"/>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None – read on demand</a:t>
            </a:r>
            <a:endParaRPr lang="en-US" sz="1800"/>
          </a:p>
        </p:txBody>
      </p:sp>
      <p:sp>
        <p:nvSpPr>
          <p:cNvPr id="48" name="Shape 45"/>
          <p:cNvSpPr/>
          <p:nvPr/>
        </p:nvSpPr>
        <p:spPr>
          <a:xfrm>
            <a:off x="873125" y="4888632"/>
            <a:ext cx="3429000" cy="452438"/>
          </a:xfrm>
          <a:prstGeom prst="rect">
            <a:avLst/>
          </a:prstGeom>
          <a:solidFill>
            <a:srgbClr val="F4F6F8"/>
          </a:solidFill>
          <a:ln/>
        </p:spPr>
        <p:txBody>
          <a:bodyPr/>
          <a:lstStyle/>
          <a:p>
            <a:endParaRPr lang="en-AU"/>
          </a:p>
        </p:txBody>
      </p:sp>
      <p:sp>
        <p:nvSpPr>
          <p:cNvPr id="49" name="Text 46"/>
          <p:cNvSpPr/>
          <p:nvPr/>
        </p:nvSpPr>
        <p:spPr>
          <a:xfrm>
            <a:off x="1044575" y="4983882"/>
            <a:ext cx="318897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Go-live readiness</a:t>
            </a:r>
            <a:endParaRPr lang="en-US" sz="1800"/>
          </a:p>
        </p:txBody>
      </p:sp>
      <p:sp>
        <p:nvSpPr>
          <p:cNvPr id="50" name="Shape 47"/>
          <p:cNvSpPr/>
          <p:nvPr/>
        </p:nvSpPr>
        <p:spPr>
          <a:xfrm>
            <a:off x="4321100" y="4888632"/>
            <a:ext cx="6537399" cy="452438"/>
          </a:xfrm>
          <a:prstGeom prst="rect">
            <a:avLst/>
          </a:prstGeom>
          <a:solidFill>
            <a:srgbClr val="FFFFFF"/>
          </a:solidFill>
          <a:ln/>
        </p:spPr>
        <p:txBody>
          <a:bodyPr/>
          <a:lstStyle/>
          <a:p>
            <a:endParaRPr lang="en-AU"/>
          </a:p>
        </p:txBody>
      </p:sp>
      <p:sp>
        <p:nvSpPr>
          <p:cNvPr id="51" name="Text 48"/>
          <p:cNvSpPr/>
          <p:nvPr/>
        </p:nvSpPr>
        <p:spPr>
          <a:xfrm>
            <a:off x="4492550" y="4983882"/>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Achievable, but a new store to stand up and support</a:t>
            </a:r>
            <a:endParaRPr lang="en-US" sz="1800"/>
          </a:p>
        </p:txBody>
      </p:sp>
      <p:sp>
        <p:nvSpPr>
          <p:cNvPr id="52" name="Shape 49"/>
          <p:cNvSpPr/>
          <p:nvPr/>
        </p:nvSpPr>
        <p:spPr>
          <a:xfrm>
            <a:off x="10877476" y="4888632"/>
            <a:ext cx="6537399" cy="452438"/>
          </a:xfrm>
          <a:prstGeom prst="rect">
            <a:avLst/>
          </a:prstGeom>
          <a:solidFill>
            <a:srgbClr val="E6FBF3"/>
          </a:solidFill>
          <a:ln/>
        </p:spPr>
        <p:txBody>
          <a:bodyPr/>
          <a:lstStyle/>
          <a:p>
            <a:endParaRPr lang="en-AU"/>
          </a:p>
        </p:txBody>
      </p:sp>
      <p:sp>
        <p:nvSpPr>
          <p:cNvPr id="53" name="Text 50"/>
          <p:cNvSpPr/>
          <p:nvPr/>
        </p:nvSpPr>
        <p:spPr>
          <a:xfrm>
            <a:off x="11048926" y="4983882"/>
            <a:ext cx="6390621"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Achievable – interface built in the SAP workstream</a:t>
            </a:r>
            <a:endParaRPr lang="en-US" sz="1800"/>
          </a:p>
        </p:txBody>
      </p:sp>
      <p:sp>
        <p:nvSpPr>
          <p:cNvPr id="54" name="Shape 51"/>
          <p:cNvSpPr/>
          <p:nvPr/>
        </p:nvSpPr>
        <p:spPr>
          <a:xfrm>
            <a:off x="873125" y="5360045"/>
            <a:ext cx="3429000" cy="714375"/>
          </a:xfrm>
          <a:prstGeom prst="rect">
            <a:avLst/>
          </a:prstGeom>
          <a:solidFill>
            <a:srgbClr val="F4F6F8"/>
          </a:solidFill>
          <a:ln/>
        </p:spPr>
        <p:txBody>
          <a:bodyPr/>
          <a:lstStyle/>
          <a:p>
            <a:endParaRPr lang="en-AU"/>
          </a:p>
        </p:txBody>
      </p:sp>
      <p:sp>
        <p:nvSpPr>
          <p:cNvPr id="55" name="Text 52"/>
          <p:cNvSpPr/>
          <p:nvPr/>
        </p:nvSpPr>
        <p:spPr>
          <a:xfrm>
            <a:off x="1044575" y="5455295"/>
            <a:ext cx="3188970" cy="561975"/>
          </a:xfrm>
          <a:prstGeom prst="rect">
            <a:avLst/>
          </a:prstGeom>
          <a:noFill/>
          <a:ln/>
        </p:spPr>
        <p:txBody>
          <a:bodyPr wrap="square" lIns="25400" tIns="25400" rIns="25400" bIns="25400" rtlCol="0" anchor="t">
            <a:normAutofit/>
          </a:bodyPr>
          <a:lstStyle/>
          <a:p>
            <a:pPr marL="0" indent="0" algn="l">
              <a:buNone/>
            </a:pPr>
            <a:r>
              <a:rPr lang="en-US" sz="1800" b="1">
                <a:solidFill>
                  <a:srgbClr val="1E1E1E"/>
                </a:solidFill>
                <a:latin typeface="Arial" pitchFamily="34" charset="0"/>
                <a:ea typeface="Arial" pitchFamily="34" charset="-122"/>
                <a:cs typeface="Arial" pitchFamily="34" charset="-120"/>
              </a:rPr>
              <a:t>Residual risk</a:t>
            </a:r>
            <a:endParaRPr lang="en-US" sz="1800"/>
          </a:p>
        </p:txBody>
      </p:sp>
      <p:sp>
        <p:nvSpPr>
          <p:cNvPr id="56" name="Shape 53"/>
          <p:cNvSpPr/>
          <p:nvPr/>
        </p:nvSpPr>
        <p:spPr>
          <a:xfrm>
            <a:off x="4321100" y="5360045"/>
            <a:ext cx="6537399" cy="714375"/>
          </a:xfrm>
          <a:prstGeom prst="rect">
            <a:avLst/>
          </a:prstGeom>
          <a:solidFill>
            <a:srgbClr val="FFFFFF"/>
          </a:solidFill>
          <a:ln/>
        </p:spPr>
        <p:txBody>
          <a:bodyPr/>
          <a:lstStyle/>
          <a:p>
            <a:endParaRPr lang="en-AU"/>
          </a:p>
        </p:txBody>
      </p:sp>
      <p:sp>
        <p:nvSpPr>
          <p:cNvPr id="57" name="Text 54"/>
          <p:cNvSpPr/>
          <p:nvPr/>
        </p:nvSpPr>
        <p:spPr>
          <a:xfrm>
            <a:off x="4492550" y="5455295"/>
            <a:ext cx="6390621" cy="561975"/>
          </a:xfrm>
          <a:prstGeom prst="rect">
            <a:avLst/>
          </a:prstGeom>
          <a:noFill/>
          <a:ln/>
        </p:spPr>
        <p:txBody>
          <a:bodyPr wrap="square" lIns="25400" tIns="25400" rIns="25400" bIns="25400" rtlCol="0" anchor="t">
            <a:normAutofit/>
          </a:bodyPr>
          <a:lstStyle/>
          <a:p>
            <a:pPr marL="0" indent="0" algn="l">
              <a:buNone/>
            </a:pPr>
            <a:r>
              <a:rPr lang="en-US" sz="1800">
                <a:solidFill>
                  <a:srgbClr val="1E1E1E"/>
                </a:solidFill>
                <a:latin typeface="Arial" pitchFamily="34" charset="0"/>
                <a:ea typeface="Arial" pitchFamily="34" charset="-122"/>
                <a:cs typeface="Arial" pitchFamily="34" charset="-120"/>
              </a:rPr>
              <a:t>Tactical store becomes permanent</a:t>
            </a:r>
            <a:endParaRPr lang="en-US" sz="1800"/>
          </a:p>
        </p:txBody>
      </p:sp>
      <p:sp>
        <p:nvSpPr>
          <p:cNvPr id="58" name="Shape 55"/>
          <p:cNvSpPr/>
          <p:nvPr/>
        </p:nvSpPr>
        <p:spPr>
          <a:xfrm>
            <a:off x="10877476" y="5360045"/>
            <a:ext cx="6537399" cy="714375"/>
          </a:xfrm>
          <a:prstGeom prst="rect">
            <a:avLst/>
          </a:prstGeom>
          <a:solidFill>
            <a:srgbClr val="E6FBF3"/>
          </a:solidFill>
          <a:ln/>
        </p:spPr>
        <p:txBody>
          <a:bodyPr/>
          <a:lstStyle/>
          <a:p>
            <a:endParaRPr lang="en-AU"/>
          </a:p>
        </p:txBody>
      </p:sp>
      <p:sp>
        <p:nvSpPr>
          <p:cNvPr id="59" name="Text 56"/>
          <p:cNvSpPr/>
          <p:nvPr/>
        </p:nvSpPr>
        <p:spPr>
          <a:xfrm>
            <a:off x="11048926" y="5455295"/>
            <a:ext cx="6390621" cy="561975"/>
          </a:xfrm>
          <a:prstGeom prst="rect">
            <a:avLst/>
          </a:prstGeom>
          <a:noFill/>
          <a:ln/>
        </p:spPr>
        <p:txBody>
          <a:bodyPr wrap="square" lIns="25400" tIns="25400" rIns="25400" bIns="25400" rtlCol="0" anchor="t">
            <a:normAutofit/>
          </a:bodyPr>
          <a:lstStyle/>
          <a:p>
            <a:pPr marL="0" indent="0" algn="l">
              <a:buNone/>
            </a:pPr>
            <a:r>
              <a:rPr lang="en-US" sz="1800">
                <a:solidFill>
                  <a:srgbClr val="1E1E1E"/>
                </a:solidFill>
                <a:latin typeface="Arial" pitchFamily="34" charset="0"/>
                <a:ea typeface="Arial" pitchFamily="34" charset="-122"/>
                <a:cs typeface="Arial" pitchFamily="34" charset="-120"/>
              </a:rPr>
              <a:t>Query set must be registered, versioned and access controlled</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7250" y="571500"/>
            <a:ext cx="857250" cy="76150"/>
          </a:xfrm>
          <a:prstGeom prst="rect">
            <a:avLst/>
          </a:prstGeom>
          <a:solidFill>
            <a:srgbClr val="17E09C"/>
          </a:solidFill>
          <a:ln/>
        </p:spPr>
        <p:txBody>
          <a:bodyPr/>
          <a:lstStyle/>
          <a:p>
            <a:endParaRPr lang="en-AU"/>
          </a:p>
        </p:txBody>
      </p:sp>
      <p:sp>
        <p:nvSpPr>
          <p:cNvPr id="3" name="Text 1"/>
          <p:cNvSpPr/>
          <p:nvPr/>
        </p:nvSpPr>
        <p:spPr>
          <a:xfrm>
            <a:off x="857250" y="799951"/>
            <a:ext cx="6807646"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Key Decision Analysis Summary</a:t>
            </a:r>
            <a:endParaRPr lang="en-US" sz="3150"/>
          </a:p>
        </p:txBody>
      </p:sp>
      <p:sp>
        <p:nvSpPr>
          <p:cNvPr id="4" name="Text 2"/>
          <p:cNvSpPr/>
          <p:nvPr/>
        </p:nvSpPr>
        <p:spPr>
          <a:xfrm>
            <a:off x="857250" y="1344414"/>
            <a:ext cx="6807646"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1 = Best (lower risk / cost) · 5 = Worst (higher risk / cost)</a:t>
            </a:r>
            <a:endParaRPr lang="en-US" sz="1800"/>
          </a:p>
        </p:txBody>
      </p:sp>
      <p:pic>
        <p:nvPicPr>
          <p:cNvPr id="5" name="Image 0" descr="preencoded.png"/>
          <p:cNvPicPr>
            <a:picLocks noChangeAspect="1"/>
          </p:cNvPicPr>
          <p:nvPr/>
        </p:nvPicPr>
        <p:blipFill>
          <a:blip r:embed="rId3"/>
          <a:stretch>
            <a:fillRect/>
          </a:stretch>
        </p:blipFill>
        <p:spPr>
          <a:xfrm>
            <a:off x="16093529" y="571500"/>
            <a:ext cx="1337221" cy="419075"/>
          </a:xfrm>
          <a:prstGeom prst="rect">
            <a:avLst/>
          </a:prstGeom>
        </p:spPr>
      </p:pic>
      <p:sp>
        <p:nvSpPr>
          <p:cNvPr id="6" name="Shape 3"/>
          <p:cNvSpPr/>
          <p:nvPr/>
        </p:nvSpPr>
        <p:spPr>
          <a:xfrm>
            <a:off x="857250" y="1834927"/>
            <a:ext cx="9323958" cy="5707682"/>
          </a:xfrm>
          <a:prstGeom prst="roundRect">
            <a:avLst>
              <a:gd name="adj" fmla="val 1669"/>
            </a:avLst>
          </a:prstGeom>
          <a:solidFill>
            <a:srgbClr val="D9DEE4"/>
          </a:solidFill>
          <a:ln w="15875">
            <a:solidFill>
              <a:srgbClr val="D9DEE4"/>
            </a:solidFill>
            <a:prstDash val="solid"/>
          </a:ln>
        </p:spPr>
        <p:txBody>
          <a:bodyPr/>
          <a:lstStyle/>
          <a:p>
            <a:endParaRPr lang="en-AU"/>
          </a:p>
        </p:txBody>
      </p:sp>
      <p:sp>
        <p:nvSpPr>
          <p:cNvPr id="7" name="Shape 4"/>
          <p:cNvSpPr/>
          <p:nvPr/>
        </p:nvSpPr>
        <p:spPr>
          <a:xfrm>
            <a:off x="873125" y="1850802"/>
            <a:ext cx="4847456" cy="490389"/>
          </a:xfrm>
          <a:prstGeom prst="rect">
            <a:avLst/>
          </a:prstGeom>
          <a:solidFill>
            <a:srgbClr val="1E1E1E"/>
          </a:solidFill>
          <a:ln/>
        </p:spPr>
        <p:txBody>
          <a:bodyPr/>
          <a:lstStyle/>
          <a:p>
            <a:endParaRPr lang="en-AU"/>
          </a:p>
        </p:txBody>
      </p:sp>
      <p:sp>
        <p:nvSpPr>
          <p:cNvPr id="8" name="Text 5"/>
          <p:cNvSpPr/>
          <p:nvPr/>
        </p:nvSpPr>
        <p:spPr>
          <a:xfrm>
            <a:off x="1044575" y="1965102"/>
            <a:ext cx="4649980" cy="299889"/>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Topic</a:t>
            </a:r>
            <a:endParaRPr lang="en-US" sz="1800"/>
          </a:p>
        </p:txBody>
      </p:sp>
      <p:sp>
        <p:nvSpPr>
          <p:cNvPr id="9" name="Shape 6"/>
          <p:cNvSpPr/>
          <p:nvPr/>
        </p:nvSpPr>
        <p:spPr>
          <a:xfrm>
            <a:off x="5739557" y="1850802"/>
            <a:ext cx="2203400" cy="490389"/>
          </a:xfrm>
          <a:prstGeom prst="rect">
            <a:avLst/>
          </a:prstGeom>
          <a:solidFill>
            <a:srgbClr val="1E1E1E"/>
          </a:solidFill>
          <a:ln/>
        </p:spPr>
        <p:txBody>
          <a:bodyPr/>
          <a:lstStyle/>
          <a:p>
            <a:endParaRPr lang="en-AU"/>
          </a:p>
        </p:txBody>
      </p:sp>
      <p:sp>
        <p:nvSpPr>
          <p:cNvPr id="10" name="Text 7"/>
          <p:cNvSpPr/>
          <p:nvPr/>
        </p:nvSpPr>
        <p:spPr>
          <a:xfrm>
            <a:off x="5872907" y="1965102"/>
            <a:ext cx="1936700" cy="299889"/>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A – Interim DB</a:t>
            </a:r>
            <a:endParaRPr lang="en-US" sz="1800"/>
          </a:p>
        </p:txBody>
      </p:sp>
      <p:sp>
        <p:nvSpPr>
          <p:cNvPr id="11" name="Shape 8"/>
          <p:cNvSpPr/>
          <p:nvPr/>
        </p:nvSpPr>
        <p:spPr>
          <a:xfrm>
            <a:off x="7961933" y="1850802"/>
            <a:ext cx="2203400" cy="490389"/>
          </a:xfrm>
          <a:prstGeom prst="rect">
            <a:avLst/>
          </a:prstGeom>
          <a:solidFill>
            <a:srgbClr val="0A7D5C"/>
          </a:solidFill>
          <a:ln/>
        </p:spPr>
        <p:txBody>
          <a:bodyPr/>
          <a:lstStyle/>
          <a:p>
            <a:endParaRPr lang="en-AU"/>
          </a:p>
        </p:txBody>
      </p:sp>
      <p:sp>
        <p:nvSpPr>
          <p:cNvPr id="12" name="Text 9"/>
          <p:cNvSpPr/>
          <p:nvPr/>
        </p:nvSpPr>
        <p:spPr>
          <a:xfrm>
            <a:off x="8095283" y="1965102"/>
            <a:ext cx="1936700" cy="299889"/>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B – CPI pull</a:t>
            </a:r>
            <a:endParaRPr lang="en-US" sz="1800"/>
          </a:p>
        </p:txBody>
      </p:sp>
      <p:sp>
        <p:nvSpPr>
          <p:cNvPr id="13" name="Shape 10"/>
          <p:cNvSpPr/>
          <p:nvPr/>
        </p:nvSpPr>
        <p:spPr>
          <a:xfrm>
            <a:off x="873125" y="2360166"/>
            <a:ext cx="4847456" cy="452438"/>
          </a:xfrm>
          <a:prstGeom prst="rect">
            <a:avLst/>
          </a:prstGeom>
          <a:solidFill>
            <a:srgbClr val="F4F6F8"/>
          </a:solidFill>
          <a:ln/>
        </p:spPr>
        <p:txBody>
          <a:bodyPr/>
          <a:lstStyle/>
          <a:p>
            <a:endParaRPr lang="en-AU"/>
          </a:p>
        </p:txBody>
      </p:sp>
      <p:sp>
        <p:nvSpPr>
          <p:cNvPr id="14" name="Text 11"/>
          <p:cNvSpPr/>
          <p:nvPr/>
        </p:nvSpPr>
        <p:spPr>
          <a:xfrm>
            <a:off x="1044575" y="2455416"/>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Overall rating (average)</a:t>
            </a:r>
            <a:endParaRPr lang="en-US" sz="1800"/>
          </a:p>
        </p:txBody>
      </p:sp>
      <p:sp>
        <p:nvSpPr>
          <p:cNvPr id="15" name="Shape 12"/>
          <p:cNvSpPr/>
          <p:nvPr/>
        </p:nvSpPr>
        <p:spPr>
          <a:xfrm>
            <a:off x="5739557" y="2360166"/>
            <a:ext cx="2203400" cy="452438"/>
          </a:xfrm>
          <a:prstGeom prst="rect">
            <a:avLst/>
          </a:prstGeom>
          <a:solidFill>
            <a:srgbClr val="FFFFFF"/>
          </a:solidFill>
          <a:ln/>
        </p:spPr>
        <p:txBody>
          <a:bodyPr/>
          <a:lstStyle/>
          <a:p>
            <a:endParaRPr lang="en-AU"/>
          </a:p>
        </p:txBody>
      </p:sp>
      <p:sp>
        <p:nvSpPr>
          <p:cNvPr id="16" name="Text 13"/>
          <p:cNvSpPr/>
          <p:nvPr/>
        </p:nvSpPr>
        <p:spPr>
          <a:xfrm>
            <a:off x="5872907" y="2455416"/>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1E1E1E"/>
                </a:solidFill>
                <a:latin typeface="Arial" pitchFamily="34" charset="0"/>
                <a:ea typeface="Arial" pitchFamily="34" charset="-122"/>
                <a:cs typeface="Arial" pitchFamily="34" charset="-120"/>
              </a:rPr>
              <a:t>3.7</a:t>
            </a:r>
            <a:endParaRPr lang="en-US" sz="1800"/>
          </a:p>
        </p:txBody>
      </p:sp>
      <p:sp>
        <p:nvSpPr>
          <p:cNvPr id="17" name="Shape 14"/>
          <p:cNvSpPr/>
          <p:nvPr/>
        </p:nvSpPr>
        <p:spPr>
          <a:xfrm>
            <a:off x="7961933" y="2360166"/>
            <a:ext cx="2203400" cy="452438"/>
          </a:xfrm>
          <a:prstGeom prst="rect">
            <a:avLst/>
          </a:prstGeom>
          <a:solidFill>
            <a:srgbClr val="E6FBF3"/>
          </a:solidFill>
          <a:ln/>
        </p:spPr>
        <p:txBody>
          <a:bodyPr/>
          <a:lstStyle/>
          <a:p>
            <a:endParaRPr lang="en-AU"/>
          </a:p>
        </p:txBody>
      </p:sp>
      <p:sp>
        <p:nvSpPr>
          <p:cNvPr id="18" name="Text 15"/>
          <p:cNvSpPr/>
          <p:nvPr/>
        </p:nvSpPr>
        <p:spPr>
          <a:xfrm>
            <a:off x="8095283" y="2455416"/>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1E1E1E"/>
                </a:solidFill>
                <a:latin typeface="Arial" pitchFamily="34" charset="0"/>
                <a:ea typeface="Arial" pitchFamily="34" charset="-122"/>
                <a:cs typeface="Arial" pitchFamily="34" charset="-120"/>
              </a:rPr>
              <a:t>1.7</a:t>
            </a:r>
            <a:endParaRPr lang="en-US" sz="1800"/>
          </a:p>
        </p:txBody>
      </p:sp>
      <p:sp>
        <p:nvSpPr>
          <p:cNvPr id="19" name="Shape 16"/>
          <p:cNvSpPr/>
          <p:nvPr/>
        </p:nvSpPr>
        <p:spPr>
          <a:xfrm>
            <a:off x="873125" y="2831579"/>
            <a:ext cx="4847456" cy="452438"/>
          </a:xfrm>
          <a:prstGeom prst="rect">
            <a:avLst/>
          </a:prstGeom>
          <a:solidFill>
            <a:srgbClr val="F4F6F8"/>
          </a:solidFill>
          <a:ln/>
        </p:spPr>
        <p:txBody>
          <a:bodyPr/>
          <a:lstStyle/>
          <a:p>
            <a:endParaRPr lang="en-AU"/>
          </a:p>
        </p:txBody>
      </p:sp>
      <p:sp>
        <p:nvSpPr>
          <p:cNvPr id="20" name="Text 17"/>
          <p:cNvSpPr/>
          <p:nvPr/>
        </p:nvSpPr>
        <p:spPr>
          <a:xfrm>
            <a:off x="1044575" y="2926829"/>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Robustness</a:t>
            </a:r>
            <a:endParaRPr lang="en-US" sz="1800"/>
          </a:p>
        </p:txBody>
      </p:sp>
      <p:sp>
        <p:nvSpPr>
          <p:cNvPr id="21" name="Shape 18"/>
          <p:cNvSpPr/>
          <p:nvPr/>
        </p:nvSpPr>
        <p:spPr>
          <a:xfrm>
            <a:off x="5739557" y="2831579"/>
            <a:ext cx="2203400" cy="452438"/>
          </a:xfrm>
          <a:prstGeom prst="rect">
            <a:avLst/>
          </a:prstGeom>
          <a:solidFill>
            <a:srgbClr val="FFFFFF"/>
          </a:solidFill>
          <a:ln/>
        </p:spPr>
        <p:txBody>
          <a:bodyPr/>
          <a:lstStyle/>
          <a:p>
            <a:endParaRPr lang="en-AU"/>
          </a:p>
        </p:txBody>
      </p:sp>
      <p:sp>
        <p:nvSpPr>
          <p:cNvPr id="22" name="Text 19"/>
          <p:cNvSpPr/>
          <p:nvPr/>
        </p:nvSpPr>
        <p:spPr>
          <a:xfrm>
            <a:off x="5872907" y="2926829"/>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4</a:t>
            </a:r>
            <a:endParaRPr lang="en-US" sz="1800"/>
          </a:p>
        </p:txBody>
      </p:sp>
      <p:sp>
        <p:nvSpPr>
          <p:cNvPr id="23" name="Shape 20"/>
          <p:cNvSpPr/>
          <p:nvPr/>
        </p:nvSpPr>
        <p:spPr>
          <a:xfrm>
            <a:off x="7961933" y="2831579"/>
            <a:ext cx="2203400" cy="452438"/>
          </a:xfrm>
          <a:prstGeom prst="rect">
            <a:avLst/>
          </a:prstGeom>
          <a:solidFill>
            <a:srgbClr val="E6FBF3"/>
          </a:solidFill>
          <a:ln/>
        </p:spPr>
        <p:txBody>
          <a:bodyPr/>
          <a:lstStyle/>
          <a:p>
            <a:endParaRPr lang="en-AU"/>
          </a:p>
        </p:txBody>
      </p:sp>
      <p:sp>
        <p:nvSpPr>
          <p:cNvPr id="24" name="Text 21"/>
          <p:cNvSpPr/>
          <p:nvPr/>
        </p:nvSpPr>
        <p:spPr>
          <a:xfrm>
            <a:off x="8095283" y="2926829"/>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25" name="Shape 22"/>
          <p:cNvSpPr/>
          <p:nvPr/>
        </p:nvSpPr>
        <p:spPr>
          <a:xfrm>
            <a:off x="873125" y="3302992"/>
            <a:ext cx="4847456" cy="452438"/>
          </a:xfrm>
          <a:prstGeom prst="rect">
            <a:avLst/>
          </a:prstGeom>
          <a:solidFill>
            <a:srgbClr val="F4F6F8"/>
          </a:solidFill>
          <a:ln/>
        </p:spPr>
        <p:txBody>
          <a:bodyPr/>
          <a:lstStyle/>
          <a:p>
            <a:endParaRPr lang="en-AU"/>
          </a:p>
        </p:txBody>
      </p:sp>
      <p:sp>
        <p:nvSpPr>
          <p:cNvPr id="26" name="Text 23"/>
          <p:cNvSpPr/>
          <p:nvPr/>
        </p:nvSpPr>
        <p:spPr>
          <a:xfrm>
            <a:off x="1044575" y="3398242"/>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Performance</a:t>
            </a:r>
            <a:endParaRPr lang="en-US" sz="1800"/>
          </a:p>
        </p:txBody>
      </p:sp>
      <p:sp>
        <p:nvSpPr>
          <p:cNvPr id="27" name="Shape 24"/>
          <p:cNvSpPr/>
          <p:nvPr/>
        </p:nvSpPr>
        <p:spPr>
          <a:xfrm>
            <a:off x="5739557" y="3302992"/>
            <a:ext cx="2203400" cy="452438"/>
          </a:xfrm>
          <a:prstGeom prst="rect">
            <a:avLst/>
          </a:prstGeom>
          <a:solidFill>
            <a:srgbClr val="FFFFFF"/>
          </a:solidFill>
          <a:ln/>
        </p:spPr>
        <p:txBody>
          <a:bodyPr/>
          <a:lstStyle/>
          <a:p>
            <a:endParaRPr lang="en-AU"/>
          </a:p>
        </p:txBody>
      </p:sp>
      <p:sp>
        <p:nvSpPr>
          <p:cNvPr id="28" name="Text 25"/>
          <p:cNvSpPr/>
          <p:nvPr/>
        </p:nvSpPr>
        <p:spPr>
          <a:xfrm>
            <a:off x="5872907" y="3398242"/>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29" name="Shape 26"/>
          <p:cNvSpPr/>
          <p:nvPr/>
        </p:nvSpPr>
        <p:spPr>
          <a:xfrm>
            <a:off x="7961933" y="3302992"/>
            <a:ext cx="2203400" cy="452438"/>
          </a:xfrm>
          <a:prstGeom prst="rect">
            <a:avLst/>
          </a:prstGeom>
          <a:solidFill>
            <a:srgbClr val="E6FBF3"/>
          </a:solidFill>
          <a:ln/>
        </p:spPr>
        <p:txBody>
          <a:bodyPr/>
          <a:lstStyle/>
          <a:p>
            <a:endParaRPr lang="en-AU"/>
          </a:p>
        </p:txBody>
      </p:sp>
      <p:sp>
        <p:nvSpPr>
          <p:cNvPr id="30" name="Text 27"/>
          <p:cNvSpPr/>
          <p:nvPr/>
        </p:nvSpPr>
        <p:spPr>
          <a:xfrm>
            <a:off x="8095283" y="3398242"/>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31" name="Shape 28"/>
          <p:cNvSpPr/>
          <p:nvPr/>
        </p:nvSpPr>
        <p:spPr>
          <a:xfrm>
            <a:off x="873125" y="3774405"/>
            <a:ext cx="4847456" cy="452438"/>
          </a:xfrm>
          <a:prstGeom prst="rect">
            <a:avLst/>
          </a:prstGeom>
          <a:solidFill>
            <a:srgbClr val="F4F6F8"/>
          </a:solidFill>
          <a:ln/>
        </p:spPr>
        <p:txBody>
          <a:bodyPr/>
          <a:lstStyle/>
          <a:p>
            <a:endParaRPr lang="en-AU"/>
          </a:p>
        </p:txBody>
      </p:sp>
      <p:sp>
        <p:nvSpPr>
          <p:cNvPr id="32" name="Text 29"/>
          <p:cNvSpPr/>
          <p:nvPr/>
        </p:nvSpPr>
        <p:spPr>
          <a:xfrm>
            <a:off x="1044575" y="3869655"/>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Operational &amp; change risk</a:t>
            </a:r>
            <a:endParaRPr lang="en-US" sz="1800"/>
          </a:p>
        </p:txBody>
      </p:sp>
      <p:sp>
        <p:nvSpPr>
          <p:cNvPr id="33" name="Shape 30"/>
          <p:cNvSpPr/>
          <p:nvPr/>
        </p:nvSpPr>
        <p:spPr>
          <a:xfrm>
            <a:off x="5739557" y="3774405"/>
            <a:ext cx="2203400" cy="452438"/>
          </a:xfrm>
          <a:prstGeom prst="rect">
            <a:avLst/>
          </a:prstGeom>
          <a:solidFill>
            <a:srgbClr val="FFFFFF"/>
          </a:solidFill>
          <a:ln/>
        </p:spPr>
        <p:txBody>
          <a:bodyPr/>
          <a:lstStyle/>
          <a:p>
            <a:endParaRPr lang="en-AU"/>
          </a:p>
        </p:txBody>
      </p:sp>
      <p:sp>
        <p:nvSpPr>
          <p:cNvPr id="34" name="Text 31"/>
          <p:cNvSpPr/>
          <p:nvPr/>
        </p:nvSpPr>
        <p:spPr>
          <a:xfrm>
            <a:off x="5872907" y="3869655"/>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4</a:t>
            </a:r>
            <a:endParaRPr lang="en-US" sz="1800"/>
          </a:p>
        </p:txBody>
      </p:sp>
      <p:sp>
        <p:nvSpPr>
          <p:cNvPr id="35" name="Shape 32"/>
          <p:cNvSpPr/>
          <p:nvPr/>
        </p:nvSpPr>
        <p:spPr>
          <a:xfrm>
            <a:off x="7961933" y="3774405"/>
            <a:ext cx="2203400" cy="452438"/>
          </a:xfrm>
          <a:prstGeom prst="rect">
            <a:avLst/>
          </a:prstGeom>
          <a:solidFill>
            <a:srgbClr val="E6FBF3"/>
          </a:solidFill>
          <a:ln/>
        </p:spPr>
        <p:txBody>
          <a:bodyPr/>
          <a:lstStyle/>
          <a:p>
            <a:endParaRPr lang="en-AU"/>
          </a:p>
        </p:txBody>
      </p:sp>
      <p:sp>
        <p:nvSpPr>
          <p:cNvPr id="36" name="Text 33"/>
          <p:cNvSpPr/>
          <p:nvPr/>
        </p:nvSpPr>
        <p:spPr>
          <a:xfrm>
            <a:off x="8095283" y="3869655"/>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37" name="Shape 34"/>
          <p:cNvSpPr/>
          <p:nvPr/>
        </p:nvSpPr>
        <p:spPr>
          <a:xfrm>
            <a:off x="873125" y="4245818"/>
            <a:ext cx="4847456" cy="452438"/>
          </a:xfrm>
          <a:prstGeom prst="rect">
            <a:avLst/>
          </a:prstGeom>
          <a:solidFill>
            <a:srgbClr val="F4F6F8"/>
          </a:solidFill>
          <a:ln/>
        </p:spPr>
        <p:txBody>
          <a:bodyPr/>
          <a:lstStyle/>
          <a:p>
            <a:endParaRPr lang="en-AU"/>
          </a:p>
        </p:txBody>
      </p:sp>
      <p:sp>
        <p:nvSpPr>
          <p:cNvPr id="38" name="Text 35"/>
          <p:cNvSpPr/>
          <p:nvPr/>
        </p:nvSpPr>
        <p:spPr>
          <a:xfrm>
            <a:off x="1044575" y="4341068"/>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Duration &amp; effort</a:t>
            </a:r>
            <a:endParaRPr lang="en-US" sz="1800"/>
          </a:p>
        </p:txBody>
      </p:sp>
      <p:sp>
        <p:nvSpPr>
          <p:cNvPr id="39" name="Shape 36"/>
          <p:cNvSpPr/>
          <p:nvPr/>
        </p:nvSpPr>
        <p:spPr>
          <a:xfrm>
            <a:off x="5739557" y="4245818"/>
            <a:ext cx="2203400" cy="452438"/>
          </a:xfrm>
          <a:prstGeom prst="rect">
            <a:avLst/>
          </a:prstGeom>
          <a:solidFill>
            <a:srgbClr val="FFFFFF"/>
          </a:solidFill>
          <a:ln/>
        </p:spPr>
        <p:txBody>
          <a:bodyPr/>
          <a:lstStyle/>
          <a:p>
            <a:endParaRPr lang="en-AU"/>
          </a:p>
        </p:txBody>
      </p:sp>
      <p:sp>
        <p:nvSpPr>
          <p:cNvPr id="40" name="Text 37"/>
          <p:cNvSpPr/>
          <p:nvPr/>
        </p:nvSpPr>
        <p:spPr>
          <a:xfrm>
            <a:off x="5872907" y="4341068"/>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3</a:t>
            </a:r>
            <a:endParaRPr lang="en-US" sz="1800"/>
          </a:p>
        </p:txBody>
      </p:sp>
      <p:sp>
        <p:nvSpPr>
          <p:cNvPr id="41" name="Shape 38"/>
          <p:cNvSpPr/>
          <p:nvPr/>
        </p:nvSpPr>
        <p:spPr>
          <a:xfrm>
            <a:off x="7961933" y="4245818"/>
            <a:ext cx="2203400" cy="452438"/>
          </a:xfrm>
          <a:prstGeom prst="rect">
            <a:avLst/>
          </a:prstGeom>
          <a:solidFill>
            <a:srgbClr val="E6FBF3"/>
          </a:solidFill>
          <a:ln/>
        </p:spPr>
        <p:txBody>
          <a:bodyPr/>
          <a:lstStyle/>
          <a:p>
            <a:endParaRPr lang="en-AU"/>
          </a:p>
        </p:txBody>
      </p:sp>
      <p:sp>
        <p:nvSpPr>
          <p:cNvPr id="42" name="Text 39"/>
          <p:cNvSpPr/>
          <p:nvPr/>
        </p:nvSpPr>
        <p:spPr>
          <a:xfrm>
            <a:off x="8095283" y="4341068"/>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43" name="Shape 40"/>
          <p:cNvSpPr/>
          <p:nvPr/>
        </p:nvSpPr>
        <p:spPr>
          <a:xfrm>
            <a:off x="873125" y="4717231"/>
            <a:ext cx="4847456" cy="452438"/>
          </a:xfrm>
          <a:prstGeom prst="rect">
            <a:avLst/>
          </a:prstGeom>
          <a:solidFill>
            <a:srgbClr val="F4F6F8"/>
          </a:solidFill>
          <a:ln/>
        </p:spPr>
        <p:txBody>
          <a:bodyPr/>
          <a:lstStyle/>
          <a:p>
            <a:endParaRPr lang="en-AU"/>
          </a:p>
        </p:txBody>
      </p:sp>
      <p:sp>
        <p:nvSpPr>
          <p:cNvPr id="44" name="Text 41"/>
          <p:cNvSpPr/>
          <p:nvPr/>
        </p:nvSpPr>
        <p:spPr>
          <a:xfrm>
            <a:off x="1044575" y="4812481"/>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Implementation cost</a:t>
            </a:r>
            <a:endParaRPr lang="en-US" sz="1800"/>
          </a:p>
        </p:txBody>
      </p:sp>
      <p:sp>
        <p:nvSpPr>
          <p:cNvPr id="45" name="Shape 42"/>
          <p:cNvSpPr/>
          <p:nvPr/>
        </p:nvSpPr>
        <p:spPr>
          <a:xfrm>
            <a:off x="5739557" y="4717231"/>
            <a:ext cx="2203400" cy="452438"/>
          </a:xfrm>
          <a:prstGeom prst="rect">
            <a:avLst/>
          </a:prstGeom>
          <a:solidFill>
            <a:srgbClr val="FFFFFF"/>
          </a:solidFill>
          <a:ln/>
        </p:spPr>
        <p:txBody>
          <a:bodyPr/>
          <a:lstStyle/>
          <a:p>
            <a:endParaRPr lang="en-AU"/>
          </a:p>
        </p:txBody>
      </p:sp>
      <p:sp>
        <p:nvSpPr>
          <p:cNvPr id="46" name="Text 43"/>
          <p:cNvSpPr/>
          <p:nvPr/>
        </p:nvSpPr>
        <p:spPr>
          <a:xfrm>
            <a:off x="5872907" y="4812481"/>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4</a:t>
            </a:r>
            <a:endParaRPr lang="en-US" sz="1800"/>
          </a:p>
        </p:txBody>
      </p:sp>
      <p:sp>
        <p:nvSpPr>
          <p:cNvPr id="47" name="Shape 44"/>
          <p:cNvSpPr/>
          <p:nvPr/>
        </p:nvSpPr>
        <p:spPr>
          <a:xfrm>
            <a:off x="7961933" y="4717231"/>
            <a:ext cx="2203400" cy="452438"/>
          </a:xfrm>
          <a:prstGeom prst="rect">
            <a:avLst/>
          </a:prstGeom>
          <a:solidFill>
            <a:srgbClr val="E6FBF3"/>
          </a:solidFill>
          <a:ln/>
        </p:spPr>
        <p:txBody>
          <a:bodyPr/>
          <a:lstStyle/>
          <a:p>
            <a:endParaRPr lang="en-AU"/>
          </a:p>
        </p:txBody>
      </p:sp>
      <p:sp>
        <p:nvSpPr>
          <p:cNvPr id="48" name="Text 45"/>
          <p:cNvSpPr/>
          <p:nvPr/>
        </p:nvSpPr>
        <p:spPr>
          <a:xfrm>
            <a:off x="8095283" y="4812481"/>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49" name="Shape 46"/>
          <p:cNvSpPr/>
          <p:nvPr/>
        </p:nvSpPr>
        <p:spPr>
          <a:xfrm>
            <a:off x="873125" y="5188644"/>
            <a:ext cx="4847456" cy="452438"/>
          </a:xfrm>
          <a:prstGeom prst="rect">
            <a:avLst/>
          </a:prstGeom>
          <a:solidFill>
            <a:srgbClr val="F4F6F8"/>
          </a:solidFill>
          <a:ln/>
        </p:spPr>
        <p:txBody>
          <a:bodyPr/>
          <a:lstStyle/>
          <a:p>
            <a:endParaRPr lang="en-AU"/>
          </a:p>
        </p:txBody>
      </p:sp>
      <p:sp>
        <p:nvSpPr>
          <p:cNvPr id="50" name="Text 47"/>
          <p:cNvSpPr/>
          <p:nvPr/>
        </p:nvSpPr>
        <p:spPr>
          <a:xfrm>
            <a:off x="1044575" y="5283894"/>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Operational cost</a:t>
            </a:r>
            <a:endParaRPr lang="en-US" sz="1800"/>
          </a:p>
        </p:txBody>
      </p:sp>
      <p:sp>
        <p:nvSpPr>
          <p:cNvPr id="51" name="Shape 48"/>
          <p:cNvSpPr/>
          <p:nvPr/>
        </p:nvSpPr>
        <p:spPr>
          <a:xfrm>
            <a:off x="5739557" y="5188644"/>
            <a:ext cx="2203400" cy="452438"/>
          </a:xfrm>
          <a:prstGeom prst="rect">
            <a:avLst/>
          </a:prstGeom>
          <a:solidFill>
            <a:srgbClr val="FFFFFF"/>
          </a:solidFill>
          <a:ln/>
        </p:spPr>
        <p:txBody>
          <a:bodyPr/>
          <a:lstStyle/>
          <a:p>
            <a:endParaRPr lang="en-AU"/>
          </a:p>
        </p:txBody>
      </p:sp>
      <p:sp>
        <p:nvSpPr>
          <p:cNvPr id="52" name="Text 49"/>
          <p:cNvSpPr/>
          <p:nvPr/>
        </p:nvSpPr>
        <p:spPr>
          <a:xfrm>
            <a:off x="5872907" y="5283894"/>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5</a:t>
            </a:r>
            <a:endParaRPr lang="en-US" sz="1800"/>
          </a:p>
        </p:txBody>
      </p:sp>
      <p:sp>
        <p:nvSpPr>
          <p:cNvPr id="53" name="Shape 50"/>
          <p:cNvSpPr/>
          <p:nvPr/>
        </p:nvSpPr>
        <p:spPr>
          <a:xfrm>
            <a:off x="7961933" y="5188644"/>
            <a:ext cx="2203400" cy="452438"/>
          </a:xfrm>
          <a:prstGeom prst="rect">
            <a:avLst/>
          </a:prstGeom>
          <a:solidFill>
            <a:srgbClr val="E6FBF3"/>
          </a:solidFill>
          <a:ln/>
        </p:spPr>
        <p:txBody>
          <a:bodyPr/>
          <a:lstStyle/>
          <a:p>
            <a:endParaRPr lang="en-AU"/>
          </a:p>
        </p:txBody>
      </p:sp>
      <p:sp>
        <p:nvSpPr>
          <p:cNvPr id="54" name="Text 51"/>
          <p:cNvSpPr/>
          <p:nvPr/>
        </p:nvSpPr>
        <p:spPr>
          <a:xfrm>
            <a:off x="8095283" y="5283894"/>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1</a:t>
            </a:r>
            <a:endParaRPr lang="en-US" sz="1800"/>
          </a:p>
        </p:txBody>
      </p:sp>
      <p:sp>
        <p:nvSpPr>
          <p:cNvPr id="55" name="Shape 52"/>
          <p:cNvSpPr/>
          <p:nvPr/>
        </p:nvSpPr>
        <p:spPr>
          <a:xfrm>
            <a:off x="873125" y="5660057"/>
            <a:ext cx="4847456" cy="452438"/>
          </a:xfrm>
          <a:prstGeom prst="rect">
            <a:avLst/>
          </a:prstGeom>
          <a:solidFill>
            <a:srgbClr val="F4F6F8"/>
          </a:solidFill>
          <a:ln/>
        </p:spPr>
        <p:txBody>
          <a:bodyPr/>
          <a:lstStyle/>
          <a:p>
            <a:endParaRPr lang="en-AU"/>
          </a:p>
        </p:txBody>
      </p:sp>
      <p:sp>
        <p:nvSpPr>
          <p:cNvPr id="56" name="Text 53"/>
          <p:cNvSpPr/>
          <p:nvPr/>
        </p:nvSpPr>
        <p:spPr>
          <a:xfrm>
            <a:off x="1044575" y="5755307"/>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Delivery risk</a:t>
            </a:r>
            <a:endParaRPr lang="en-US" sz="1800"/>
          </a:p>
        </p:txBody>
      </p:sp>
      <p:sp>
        <p:nvSpPr>
          <p:cNvPr id="57" name="Shape 54"/>
          <p:cNvSpPr/>
          <p:nvPr/>
        </p:nvSpPr>
        <p:spPr>
          <a:xfrm>
            <a:off x="5739557" y="5660057"/>
            <a:ext cx="2203400" cy="452438"/>
          </a:xfrm>
          <a:prstGeom prst="rect">
            <a:avLst/>
          </a:prstGeom>
          <a:solidFill>
            <a:srgbClr val="FFFFFF"/>
          </a:solidFill>
          <a:ln/>
        </p:spPr>
        <p:txBody>
          <a:bodyPr/>
          <a:lstStyle/>
          <a:p>
            <a:endParaRPr lang="en-AU"/>
          </a:p>
        </p:txBody>
      </p:sp>
      <p:sp>
        <p:nvSpPr>
          <p:cNvPr id="58" name="Text 55"/>
          <p:cNvSpPr/>
          <p:nvPr/>
        </p:nvSpPr>
        <p:spPr>
          <a:xfrm>
            <a:off x="5872907" y="5755307"/>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3</a:t>
            </a:r>
            <a:endParaRPr lang="en-US" sz="1800"/>
          </a:p>
        </p:txBody>
      </p:sp>
      <p:sp>
        <p:nvSpPr>
          <p:cNvPr id="59" name="Shape 56"/>
          <p:cNvSpPr/>
          <p:nvPr/>
        </p:nvSpPr>
        <p:spPr>
          <a:xfrm>
            <a:off x="7961933" y="5660057"/>
            <a:ext cx="2203400" cy="452438"/>
          </a:xfrm>
          <a:prstGeom prst="rect">
            <a:avLst/>
          </a:prstGeom>
          <a:solidFill>
            <a:srgbClr val="E6FBF3"/>
          </a:solidFill>
          <a:ln/>
        </p:spPr>
        <p:txBody>
          <a:bodyPr/>
          <a:lstStyle/>
          <a:p>
            <a:endParaRPr lang="en-AU"/>
          </a:p>
        </p:txBody>
      </p:sp>
      <p:sp>
        <p:nvSpPr>
          <p:cNvPr id="60" name="Text 57"/>
          <p:cNvSpPr/>
          <p:nvPr/>
        </p:nvSpPr>
        <p:spPr>
          <a:xfrm>
            <a:off x="8095283" y="5755307"/>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61" name="Shape 58"/>
          <p:cNvSpPr/>
          <p:nvPr/>
        </p:nvSpPr>
        <p:spPr>
          <a:xfrm>
            <a:off x="873125" y="6131471"/>
            <a:ext cx="4847456" cy="452438"/>
          </a:xfrm>
          <a:prstGeom prst="rect">
            <a:avLst/>
          </a:prstGeom>
          <a:solidFill>
            <a:srgbClr val="F4F6F8"/>
          </a:solidFill>
          <a:ln/>
        </p:spPr>
        <p:txBody>
          <a:bodyPr/>
          <a:lstStyle/>
          <a:p>
            <a:endParaRPr lang="en-AU"/>
          </a:p>
        </p:txBody>
      </p:sp>
      <p:sp>
        <p:nvSpPr>
          <p:cNvPr id="62" name="Text 59"/>
          <p:cNvSpPr/>
          <p:nvPr/>
        </p:nvSpPr>
        <p:spPr>
          <a:xfrm>
            <a:off x="1044575" y="6226721"/>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Security risk</a:t>
            </a:r>
            <a:endParaRPr lang="en-US" sz="1800"/>
          </a:p>
        </p:txBody>
      </p:sp>
      <p:sp>
        <p:nvSpPr>
          <p:cNvPr id="63" name="Shape 60"/>
          <p:cNvSpPr/>
          <p:nvPr/>
        </p:nvSpPr>
        <p:spPr>
          <a:xfrm>
            <a:off x="5739557" y="6131471"/>
            <a:ext cx="2203400" cy="452438"/>
          </a:xfrm>
          <a:prstGeom prst="rect">
            <a:avLst/>
          </a:prstGeom>
          <a:solidFill>
            <a:srgbClr val="FFFFFF"/>
          </a:solidFill>
          <a:ln/>
        </p:spPr>
        <p:txBody>
          <a:bodyPr/>
          <a:lstStyle/>
          <a:p>
            <a:endParaRPr lang="en-AU"/>
          </a:p>
        </p:txBody>
      </p:sp>
      <p:sp>
        <p:nvSpPr>
          <p:cNvPr id="64" name="Text 61"/>
          <p:cNvSpPr/>
          <p:nvPr/>
        </p:nvSpPr>
        <p:spPr>
          <a:xfrm>
            <a:off x="5872907" y="6226721"/>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4</a:t>
            </a:r>
            <a:endParaRPr lang="en-US" sz="1800"/>
          </a:p>
        </p:txBody>
      </p:sp>
      <p:sp>
        <p:nvSpPr>
          <p:cNvPr id="65" name="Shape 62"/>
          <p:cNvSpPr/>
          <p:nvPr/>
        </p:nvSpPr>
        <p:spPr>
          <a:xfrm>
            <a:off x="7961933" y="6131471"/>
            <a:ext cx="2203400" cy="452438"/>
          </a:xfrm>
          <a:prstGeom prst="rect">
            <a:avLst/>
          </a:prstGeom>
          <a:solidFill>
            <a:srgbClr val="E6FBF3"/>
          </a:solidFill>
          <a:ln/>
        </p:spPr>
        <p:txBody>
          <a:bodyPr/>
          <a:lstStyle/>
          <a:p>
            <a:endParaRPr lang="en-AU"/>
          </a:p>
        </p:txBody>
      </p:sp>
      <p:sp>
        <p:nvSpPr>
          <p:cNvPr id="66" name="Text 63"/>
          <p:cNvSpPr/>
          <p:nvPr/>
        </p:nvSpPr>
        <p:spPr>
          <a:xfrm>
            <a:off x="8095283" y="6226721"/>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2</a:t>
            </a:r>
            <a:endParaRPr lang="en-US" sz="1800"/>
          </a:p>
        </p:txBody>
      </p:sp>
      <p:sp>
        <p:nvSpPr>
          <p:cNvPr id="67" name="Shape 64"/>
          <p:cNvSpPr/>
          <p:nvPr/>
        </p:nvSpPr>
        <p:spPr>
          <a:xfrm>
            <a:off x="873125" y="6602884"/>
            <a:ext cx="4847456" cy="452438"/>
          </a:xfrm>
          <a:prstGeom prst="rect">
            <a:avLst/>
          </a:prstGeom>
          <a:solidFill>
            <a:srgbClr val="F4F6F8"/>
          </a:solidFill>
          <a:ln/>
        </p:spPr>
        <p:txBody>
          <a:bodyPr/>
          <a:lstStyle/>
          <a:p>
            <a:endParaRPr lang="en-AU"/>
          </a:p>
        </p:txBody>
      </p:sp>
      <p:sp>
        <p:nvSpPr>
          <p:cNvPr id="68" name="Text 65"/>
          <p:cNvSpPr/>
          <p:nvPr/>
        </p:nvSpPr>
        <p:spPr>
          <a:xfrm>
            <a:off x="1044575" y="6698134"/>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Technology strategy alignment</a:t>
            </a:r>
            <a:endParaRPr lang="en-US" sz="1800"/>
          </a:p>
        </p:txBody>
      </p:sp>
      <p:sp>
        <p:nvSpPr>
          <p:cNvPr id="69" name="Shape 66"/>
          <p:cNvSpPr/>
          <p:nvPr/>
        </p:nvSpPr>
        <p:spPr>
          <a:xfrm>
            <a:off x="5739557" y="6602884"/>
            <a:ext cx="2203400" cy="452438"/>
          </a:xfrm>
          <a:prstGeom prst="rect">
            <a:avLst/>
          </a:prstGeom>
          <a:solidFill>
            <a:srgbClr val="FFFFFF"/>
          </a:solidFill>
          <a:ln/>
        </p:spPr>
        <p:txBody>
          <a:bodyPr/>
          <a:lstStyle/>
          <a:p>
            <a:endParaRPr lang="en-AU"/>
          </a:p>
        </p:txBody>
      </p:sp>
      <p:sp>
        <p:nvSpPr>
          <p:cNvPr id="70" name="Text 67"/>
          <p:cNvSpPr/>
          <p:nvPr/>
        </p:nvSpPr>
        <p:spPr>
          <a:xfrm>
            <a:off x="5872907" y="6698134"/>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5</a:t>
            </a:r>
            <a:endParaRPr lang="en-US" sz="1800"/>
          </a:p>
        </p:txBody>
      </p:sp>
      <p:sp>
        <p:nvSpPr>
          <p:cNvPr id="71" name="Shape 68"/>
          <p:cNvSpPr/>
          <p:nvPr/>
        </p:nvSpPr>
        <p:spPr>
          <a:xfrm>
            <a:off x="7961933" y="6602884"/>
            <a:ext cx="2203400" cy="452438"/>
          </a:xfrm>
          <a:prstGeom prst="rect">
            <a:avLst/>
          </a:prstGeom>
          <a:solidFill>
            <a:srgbClr val="E6FBF3"/>
          </a:solidFill>
          <a:ln/>
        </p:spPr>
        <p:txBody>
          <a:bodyPr/>
          <a:lstStyle/>
          <a:p>
            <a:endParaRPr lang="en-AU"/>
          </a:p>
        </p:txBody>
      </p:sp>
      <p:sp>
        <p:nvSpPr>
          <p:cNvPr id="72" name="Text 69"/>
          <p:cNvSpPr/>
          <p:nvPr/>
        </p:nvSpPr>
        <p:spPr>
          <a:xfrm>
            <a:off x="8095283" y="6698134"/>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1</a:t>
            </a:r>
            <a:endParaRPr lang="en-US" sz="1800"/>
          </a:p>
        </p:txBody>
      </p:sp>
      <p:sp>
        <p:nvSpPr>
          <p:cNvPr id="73" name="Shape 70"/>
          <p:cNvSpPr/>
          <p:nvPr/>
        </p:nvSpPr>
        <p:spPr>
          <a:xfrm>
            <a:off x="873125" y="7074297"/>
            <a:ext cx="4847456" cy="452438"/>
          </a:xfrm>
          <a:prstGeom prst="rect">
            <a:avLst/>
          </a:prstGeom>
          <a:solidFill>
            <a:srgbClr val="F4F6F8"/>
          </a:solidFill>
          <a:ln/>
        </p:spPr>
        <p:txBody>
          <a:bodyPr/>
          <a:lstStyle/>
          <a:p>
            <a:endParaRPr lang="en-AU"/>
          </a:p>
        </p:txBody>
      </p:sp>
      <p:sp>
        <p:nvSpPr>
          <p:cNvPr id="74" name="Text 71"/>
          <p:cNvSpPr/>
          <p:nvPr/>
        </p:nvSpPr>
        <p:spPr>
          <a:xfrm>
            <a:off x="1044575" y="7169547"/>
            <a:ext cx="464998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1E1E1E"/>
                </a:solidFill>
                <a:latin typeface="Arial" pitchFamily="34" charset="0"/>
                <a:ea typeface="Arial" pitchFamily="34" charset="-122"/>
                <a:cs typeface="Arial" pitchFamily="34" charset="-120"/>
              </a:rPr>
              <a:t>Integration impact</a:t>
            </a:r>
            <a:endParaRPr lang="en-US" sz="1800"/>
          </a:p>
        </p:txBody>
      </p:sp>
      <p:sp>
        <p:nvSpPr>
          <p:cNvPr id="75" name="Shape 72"/>
          <p:cNvSpPr/>
          <p:nvPr/>
        </p:nvSpPr>
        <p:spPr>
          <a:xfrm>
            <a:off x="5739557" y="7074297"/>
            <a:ext cx="2203400" cy="452438"/>
          </a:xfrm>
          <a:prstGeom prst="rect">
            <a:avLst/>
          </a:prstGeom>
          <a:solidFill>
            <a:srgbClr val="FFFFFF"/>
          </a:solidFill>
          <a:ln/>
        </p:spPr>
        <p:txBody>
          <a:bodyPr/>
          <a:lstStyle/>
          <a:p>
            <a:endParaRPr lang="en-AU"/>
          </a:p>
        </p:txBody>
      </p:sp>
      <p:sp>
        <p:nvSpPr>
          <p:cNvPr id="76" name="Text 73"/>
          <p:cNvSpPr/>
          <p:nvPr/>
        </p:nvSpPr>
        <p:spPr>
          <a:xfrm>
            <a:off x="5872907" y="7169547"/>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3</a:t>
            </a:r>
            <a:endParaRPr lang="en-US" sz="1800"/>
          </a:p>
        </p:txBody>
      </p:sp>
      <p:sp>
        <p:nvSpPr>
          <p:cNvPr id="77" name="Shape 74"/>
          <p:cNvSpPr/>
          <p:nvPr/>
        </p:nvSpPr>
        <p:spPr>
          <a:xfrm>
            <a:off x="7961933" y="7074297"/>
            <a:ext cx="2203400" cy="452438"/>
          </a:xfrm>
          <a:prstGeom prst="rect">
            <a:avLst/>
          </a:prstGeom>
          <a:solidFill>
            <a:srgbClr val="E6FBF3"/>
          </a:solidFill>
          <a:ln/>
        </p:spPr>
        <p:txBody>
          <a:bodyPr/>
          <a:lstStyle/>
          <a:p>
            <a:endParaRPr lang="en-AU"/>
          </a:p>
        </p:txBody>
      </p:sp>
      <p:sp>
        <p:nvSpPr>
          <p:cNvPr id="78" name="Text 75"/>
          <p:cNvSpPr/>
          <p:nvPr/>
        </p:nvSpPr>
        <p:spPr>
          <a:xfrm>
            <a:off x="8095283" y="7169547"/>
            <a:ext cx="1936700" cy="300038"/>
          </a:xfrm>
          <a:prstGeom prst="rect">
            <a:avLst/>
          </a:prstGeom>
          <a:noFill/>
          <a:ln/>
        </p:spPr>
        <p:txBody>
          <a:bodyPr wrap="square" lIns="25400" tIns="25400" rIns="25400" bIns="25400" rtlCol="0" anchor="t">
            <a:normAutofit lnSpcReduction="10000"/>
          </a:bodyPr>
          <a:lstStyle/>
          <a:p>
            <a:pPr marL="0" indent="0" algn="ctr">
              <a:buNone/>
            </a:pPr>
            <a:r>
              <a:rPr lang="en-US" sz="1800">
                <a:solidFill>
                  <a:srgbClr val="1E1E1E"/>
                </a:solidFill>
                <a:latin typeface="Arial" pitchFamily="34" charset="0"/>
                <a:ea typeface="Arial" pitchFamily="34" charset="-122"/>
                <a:cs typeface="Arial" pitchFamily="34" charset="-120"/>
              </a:rPr>
              <a:t>1</a:t>
            </a:r>
            <a:endParaRPr lang="en-US" sz="1800"/>
          </a:p>
        </p:txBody>
      </p:sp>
      <p:sp>
        <p:nvSpPr>
          <p:cNvPr id="79" name="Shape 76"/>
          <p:cNvSpPr/>
          <p:nvPr/>
        </p:nvSpPr>
        <p:spPr>
          <a:xfrm>
            <a:off x="10524009" y="1834927"/>
            <a:ext cx="6906741" cy="3523878"/>
          </a:xfrm>
          <a:prstGeom prst="roundRect">
            <a:avLst>
              <a:gd name="adj" fmla="val 3244"/>
            </a:avLst>
          </a:prstGeom>
          <a:solidFill>
            <a:schemeClr val="tx1">
              <a:lumMod val="65000"/>
              <a:lumOff val="35000"/>
            </a:schemeClr>
          </a:solidFill>
          <a:ln/>
        </p:spPr>
        <p:txBody>
          <a:bodyPr/>
          <a:lstStyle/>
          <a:p>
            <a:endParaRPr lang="en-AU"/>
          </a:p>
        </p:txBody>
      </p:sp>
      <p:sp>
        <p:nvSpPr>
          <p:cNvPr id="80" name="Text 77"/>
          <p:cNvSpPr/>
          <p:nvPr/>
        </p:nvSpPr>
        <p:spPr>
          <a:xfrm>
            <a:off x="10905009" y="2177728"/>
            <a:ext cx="6759215" cy="371475"/>
          </a:xfrm>
          <a:prstGeom prst="rect">
            <a:avLst/>
          </a:prstGeom>
          <a:noFill/>
          <a:ln/>
        </p:spPr>
        <p:txBody>
          <a:bodyPr wrap="square" lIns="25400" tIns="25400" rIns="25400" bIns="25400" rtlCol="0" anchor="t">
            <a:normAutofit lnSpcReduction="10000"/>
          </a:bodyPr>
          <a:lstStyle/>
          <a:p>
            <a:pPr marL="0" indent="0" algn="l">
              <a:buNone/>
            </a:pPr>
            <a:r>
              <a:rPr lang="en-US" sz="2250" b="1">
                <a:solidFill>
                  <a:srgbClr val="17E09C"/>
                </a:solidFill>
                <a:latin typeface="Arial" pitchFamily="34" charset="0"/>
                <a:ea typeface="Arial" pitchFamily="34" charset="-122"/>
                <a:cs typeface="Arial" pitchFamily="34" charset="-120"/>
              </a:rPr>
              <a:t>Interpretation</a:t>
            </a:r>
            <a:endParaRPr lang="en-US" sz="2250"/>
          </a:p>
        </p:txBody>
      </p:sp>
      <p:sp>
        <p:nvSpPr>
          <p:cNvPr id="81" name="Text 78"/>
          <p:cNvSpPr/>
          <p:nvPr/>
        </p:nvSpPr>
        <p:spPr>
          <a:xfrm>
            <a:off x="11024071" y="2720578"/>
            <a:ext cx="6101879" cy="2333526"/>
          </a:xfrm>
          <a:prstGeom prst="rect">
            <a:avLst/>
          </a:prstGeom>
          <a:noFill/>
          <a:ln/>
        </p:spPr>
        <p:txBody>
          <a:bodyPr wrap="square" lIns="25400" tIns="25400" rIns="25400" bIns="25400" rtlCol="0" anchor="t">
            <a:normAutofit/>
          </a:bodyPr>
          <a:lstStyle/>
          <a:p>
            <a:pPr marL="166688" indent="-166688" algn="l">
              <a:lnSpc>
                <a:spcPct val="132353"/>
              </a:lnSpc>
              <a:buSzPct val="100000"/>
              <a:buChar char="•"/>
              <a:tabLst>
                <a:tab pos="166688" algn="l"/>
              </a:tabLst>
            </a:pPr>
            <a:r>
              <a:rPr lang="en-US" sz="1875">
                <a:solidFill>
                  <a:srgbClr val="FFFFFF"/>
                </a:solidFill>
                <a:latin typeface="Arial" pitchFamily="34" charset="0"/>
                <a:ea typeface="Arial" pitchFamily="34" charset="-122"/>
                <a:cs typeface="Arial" pitchFamily="34" charset="-120"/>
              </a:rPr>
              <a:t>CPI pull interface = 1.7. The work sits where the capability is, JAMS makes one filtered call, and nothing is left behind after go-live.</a:t>
            </a:r>
            <a:endParaRPr lang="en-US" sz="1875"/>
          </a:p>
          <a:p>
            <a:pPr marL="166688" indent="-166688" algn="l">
              <a:lnSpc>
                <a:spcPct val="132353"/>
              </a:lnSpc>
              <a:buSzPct val="100000"/>
              <a:buChar char="•"/>
              <a:tabLst>
                <a:tab pos="166688" algn="l"/>
              </a:tabLst>
            </a:pPr>
            <a:r>
              <a:rPr lang="en-US" sz="1875">
                <a:solidFill>
                  <a:srgbClr val="FFFFFF"/>
                </a:solidFill>
                <a:latin typeface="Arial" pitchFamily="34" charset="0"/>
                <a:ea typeface="Arial" pitchFamily="34" charset="-122"/>
                <a:cs typeface="Arial" pitchFamily="34" charset="-120"/>
              </a:rPr>
              <a:t>Intermediate database = 3.7. Quickest for the JAMS team, but it recreates the store Apollo is decommissioning and Apollo carries it permanently.</a:t>
            </a:r>
            <a:endParaRPr lang="en-US" sz="18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16851A1-E891-F705-53C5-A9A8400E84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388696-FA7B-2D80-8CF7-76F3568A5626}"/>
              </a:ext>
            </a:extLst>
          </p:cNvPr>
          <p:cNvSpPr/>
          <p:nvPr/>
        </p:nvSpPr>
        <p:spPr>
          <a:xfrm>
            <a:off x="762000" y="457150"/>
            <a:ext cx="857250" cy="76150"/>
          </a:xfrm>
          <a:prstGeom prst="rect">
            <a:avLst/>
          </a:prstGeom>
          <a:solidFill>
            <a:srgbClr val="17E09C"/>
          </a:solidFill>
          <a:ln/>
        </p:spPr>
        <p:txBody>
          <a:bodyPr/>
          <a:lstStyle/>
          <a:p>
            <a:endParaRPr lang="en-AU"/>
          </a:p>
        </p:txBody>
      </p:sp>
      <p:sp>
        <p:nvSpPr>
          <p:cNvPr id="3" name="Text 1">
            <a:extLst>
              <a:ext uri="{FF2B5EF4-FFF2-40B4-BE49-F238E27FC236}">
                <a16:creationId xmlns:a16="http://schemas.microsoft.com/office/drawing/2014/main" id="{F0B796B5-DF9B-6AF9-2217-3CB792887E4A}"/>
              </a:ext>
            </a:extLst>
          </p:cNvPr>
          <p:cNvSpPr/>
          <p:nvPr/>
        </p:nvSpPr>
        <p:spPr>
          <a:xfrm>
            <a:off x="762000" y="666626"/>
            <a:ext cx="16969457"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Advantages, Disadvantages and Technical Debt</a:t>
            </a:r>
            <a:endParaRPr lang="en-US" sz="3150"/>
          </a:p>
        </p:txBody>
      </p:sp>
      <p:sp>
        <p:nvSpPr>
          <p:cNvPr id="4" name="Text 2">
            <a:extLst>
              <a:ext uri="{FF2B5EF4-FFF2-40B4-BE49-F238E27FC236}">
                <a16:creationId xmlns:a16="http://schemas.microsoft.com/office/drawing/2014/main" id="{2D1E30E5-8CFE-165D-3B5B-500C64EBB325}"/>
              </a:ext>
            </a:extLst>
          </p:cNvPr>
          <p:cNvSpPr/>
          <p:nvPr/>
        </p:nvSpPr>
        <p:spPr>
          <a:xfrm>
            <a:off x="762000" y="1191989"/>
            <a:ext cx="15889583" cy="561975"/>
          </a:xfrm>
          <a:prstGeom prst="rect">
            <a:avLst/>
          </a:prstGeom>
          <a:noFill/>
          <a:ln/>
        </p:spPr>
        <p:txBody>
          <a:bodyPr wrap="square" lIns="25400" tIns="25400" rIns="25400" bIns="25400" rtlCol="0" anchor="t">
            <a:normAutofit/>
          </a:bodyPr>
          <a:lstStyle/>
          <a:p>
            <a:pPr marL="0" indent="0" algn="l">
              <a:buNone/>
            </a:pPr>
            <a:r>
              <a:rPr lang="en-US" sz="1800">
                <a:solidFill>
                  <a:srgbClr val="5A6470"/>
                </a:solidFill>
                <a:latin typeface="Arial" pitchFamily="34" charset="0"/>
                <a:ea typeface="Arial" pitchFamily="34" charset="-122"/>
                <a:cs typeface="Arial" pitchFamily="34" charset="-120"/>
              </a:rPr>
              <a:t>Both deliver the same data to JAMS. They differ in the effort, who does the work, and what Service Stream has to run afterwards. </a:t>
            </a:r>
            <a:endParaRPr lang="en-US" sz="1800"/>
          </a:p>
        </p:txBody>
      </p:sp>
      <p:pic>
        <p:nvPicPr>
          <p:cNvPr id="5" name="Image 0" descr="preencoded.png">
            <a:extLst>
              <a:ext uri="{FF2B5EF4-FFF2-40B4-BE49-F238E27FC236}">
                <a16:creationId xmlns:a16="http://schemas.microsoft.com/office/drawing/2014/main" id="{572EADFA-9EC4-6146-FA56-389F8D344771}"/>
              </a:ext>
            </a:extLst>
          </p:cNvPr>
          <p:cNvPicPr>
            <a:picLocks noChangeAspect="1"/>
          </p:cNvPicPr>
          <p:nvPr/>
        </p:nvPicPr>
        <p:blipFill>
          <a:blip r:embed="rId3"/>
          <a:stretch>
            <a:fillRect/>
          </a:stretch>
        </p:blipFill>
        <p:spPr>
          <a:xfrm>
            <a:off x="16188779" y="457150"/>
            <a:ext cx="1337221" cy="419075"/>
          </a:xfrm>
          <a:prstGeom prst="rect">
            <a:avLst/>
          </a:prstGeom>
        </p:spPr>
      </p:pic>
      <p:sp>
        <p:nvSpPr>
          <p:cNvPr id="7" name="Text 4">
            <a:extLst>
              <a:ext uri="{FF2B5EF4-FFF2-40B4-BE49-F238E27FC236}">
                <a16:creationId xmlns:a16="http://schemas.microsoft.com/office/drawing/2014/main" id="{9B263DF8-36BB-95C6-6000-E137D58E80D5}"/>
              </a:ext>
            </a:extLst>
          </p:cNvPr>
          <p:cNvSpPr/>
          <p:nvPr/>
        </p:nvSpPr>
        <p:spPr>
          <a:xfrm>
            <a:off x="661848" y="2123467"/>
            <a:ext cx="8044943" cy="625475"/>
          </a:xfrm>
          <a:prstGeom prst="rect">
            <a:avLst/>
          </a:prstGeom>
          <a:noFill/>
          <a:ln/>
        </p:spPr>
        <p:txBody>
          <a:bodyPr wrap="square" lIns="25400" tIns="25400" rIns="25400" bIns="25400" rtlCol="0" anchor="t">
            <a:normAutofit/>
          </a:bodyPr>
          <a:lstStyle/>
          <a:p>
            <a:pPr marL="0" indent="0" algn="l">
              <a:buNone/>
            </a:pPr>
            <a:r>
              <a:rPr lang="en-US" sz="2025" b="1">
                <a:solidFill>
                  <a:srgbClr val="D32F2F"/>
                </a:solidFill>
                <a:latin typeface="Arial" pitchFamily="34" charset="0"/>
                <a:ea typeface="Arial" pitchFamily="34" charset="-122"/>
                <a:cs typeface="Arial" pitchFamily="34" charset="-120"/>
              </a:rPr>
              <a:t>A – New database equivalent to the </a:t>
            </a:r>
            <a:r>
              <a:rPr lang="en-US" sz="2025" b="1" err="1">
                <a:solidFill>
                  <a:srgbClr val="D32F2F"/>
                </a:solidFill>
                <a:latin typeface="Arial" pitchFamily="34" charset="0"/>
                <a:ea typeface="Arial" pitchFamily="34" charset="-122"/>
                <a:cs typeface="Arial" pitchFamily="34" charset="-120"/>
              </a:rPr>
              <a:t>Jobpac</a:t>
            </a:r>
            <a:r>
              <a:rPr lang="en-US" sz="2025" b="1">
                <a:solidFill>
                  <a:srgbClr val="D32F2F"/>
                </a:solidFill>
                <a:latin typeface="Arial" pitchFamily="34" charset="0"/>
                <a:ea typeface="Arial" pitchFamily="34" charset="-122"/>
                <a:cs typeface="Arial" pitchFamily="34" charset="-120"/>
              </a:rPr>
              <a:t> data warehouse</a:t>
            </a:r>
            <a:endParaRPr lang="en-US" sz="2025"/>
          </a:p>
        </p:txBody>
      </p:sp>
      <p:sp>
        <p:nvSpPr>
          <p:cNvPr id="17" name="Text 14">
            <a:extLst>
              <a:ext uri="{FF2B5EF4-FFF2-40B4-BE49-F238E27FC236}">
                <a16:creationId xmlns:a16="http://schemas.microsoft.com/office/drawing/2014/main" id="{EF8C52CA-BB70-E952-07D8-90EBF0E84C12}"/>
              </a:ext>
            </a:extLst>
          </p:cNvPr>
          <p:cNvSpPr/>
          <p:nvPr/>
        </p:nvSpPr>
        <p:spPr>
          <a:xfrm>
            <a:off x="9696178" y="2123467"/>
            <a:ext cx="8591822" cy="331787"/>
          </a:xfrm>
          <a:prstGeom prst="rect">
            <a:avLst/>
          </a:prstGeom>
          <a:noFill/>
          <a:ln/>
        </p:spPr>
        <p:txBody>
          <a:bodyPr wrap="square" lIns="25400" tIns="25400" rIns="25400" bIns="25400" rtlCol="0" anchor="t">
            <a:normAutofit lnSpcReduction="10000"/>
          </a:bodyPr>
          <a:lstStyle/>
          <a:p>
            <a:pPr marL="0" indent="0" algn="l">
              <a:buNone/>
            </a:pPr>
            <a:r>
              <a:rPr lang="en-US" sz="2025" b="1">
                <a:solidFill>
                  <a:srgbClr val="0A7D5C"/>
                </a:solidFill>
                <a:latin typeface="Arial" pitchFamily="34" charset="0"/>
                <a:ea typeface="Arial" pitchFamily="34" charset="-122"/>
                <a:cs typeface="Arial" pitchFamily="34" charset="-120"/>
              </a:rPr>
              <a:t>B – CPI API pull interface (Recommended)</a:t>
            </a:r>
            <a:endParaRPr lang="en-US" sz="2025"/>
          </a:p>
        </p:txBody>
      </p:sp>
      <p:sp>
        <p:nvSpPr>
          <p:cNvPr id="29" name="TextBox 28">
            <a:extLst>
              <a:ext uri="{FF2B5EF4-FFF2-40B4-BE49-F238E27FC236}">
                <a16:creationId xmlns:a16="http://schemas.microsoft.com/office/drawing/2014/main" id="{A4F86E69-B78A-4FE8-9CE4-4D68C9300BB8}"/>
              </a:ext>
            </a:extLst>
          </p:cNvPr>
          <p:cNvSpPr txBox="1"/>
          <p:nvPr/>
        </p:nvSpPr>
        <p:spPr>
          <a:xfrm>
            <a:off x="544912" y="3075943"/>
            <a:ext cx="8421667" cy="5078313"/>
          </a:xfrm>
          <a:prstGeom prst="rect">
            <a:avLst/>
          </a:prstGeom>
          <a:noFill/>
        </p:spPr>
        <p:txBody>
          <a:bodyPr wrap="square">
            <a:spAutoFit/>
          </a:bodyPr>
          <a:lstStyle/>
          <a:p>
            <a:pPr>
              <a:buNone/>
            </a:pPr>
            <a:r>
              <a:rPr lang="en-AU" b="1"/>
              <a:t>Implementation effort:</a:t>
            </a:r>
            <a:r>
              <a:rPr lang="en-AU"/>
              <a:t> </a:t>
            </a:r>
            <a:r>
              <a:rPr lang="en-AU" b="1"/>
              <a:t>Lower for JAMS.</a:t>
            </a:r>
            <a:r>
              <a:rPr lang="en-AU"/>
              <a:t> Existing SQL query pattern is retained.</a:t>
            </a:r>
          </a:p>
          <a:p>
            <a:pPr>
              <a:buNone/>
            </a:pPr>
            <a:endParaRPr lang="en-AU"/>
          </a:p>
          <a:p>
            <a:pPr>
              <a:buNone/>
            </a:pPr>
            <a:r>
              <a:rPr lang="en-AU" b="1"/>
              <a:t>Advantages</a:t>
            </a:r>
          </a:p>
          <a:p>
            <a:pPr>
              <a:buFont typeface="Arial" panose="020B0604020202020204" pitchFamily="34" charset="0"/>
              <a:buChar char="•"/>
            </a:pPr>
            <a:r>
              <a:rPr lang="en-AU"/>
              <a:t>Minimal change to the JAMS application. </a:t>
            </a:r>
          </a:p>
          <a:p>
            <a:pPr>
              <a:buFont typeface="Arial" panose="020B0604020202020204" pitchFamily="34" charset="0"/>
              <a:buChar char="•"/>
            </a:pPr>
            <a:r>
              <a:rPr lang="en-AU"/>
              <a:t>Existing SQL query pattern can be retained. </a:t>
            </a:r>
          </a:p>
          <a:p>
            <a:pPr>
              <a:buFont typeface="Arial" panose="020B0604020202020204" pitchFamily="34" charset="0"/>
              <a:buChar char="•"/>
            </a:pPr>
            <a:r>
              <a:rPr lang="en-AU"/>
              <a:t>Lower implementation effort for the JAMS team. </a:t>
            </a:r>
          </a:p>
          <a:p>
            <a:pPr>
              <a:buFont typeface="Arial" panose="020B0604020202020204" pitchFamily="34" charset="0"/>
              <a:buChar char="•"/>
            </a:pPr>
            <a:endParaRPr lang="en-AU"/>
          </a:p>
          <a:p>
            <a:pPr>
              <a:buNone/>
            </a:pPr>
            <a:r>
              <a:rPr lang="en-AU" b="1"/>
              <a:t>Disadvantages</a:t>
            </a:r>
          </a:p>
          <a:p>
            <a:pPr>
              <a:buFont typeface="Arial" panose="020B0604020202020204" pitchFamily="34" charset="0"/>
              <a:buChar char="•"/>
            </a:pPr>
            <a:r>
              <a:rPr lang="en-AU"/>
              <a:t>Introduces a new replicated database after JDW decommissioning. </a:t>
            </a:r>
          </a:p>
          <a:p>
            <a:pPr>
              <a:buFont typeface="Arial" panose="020B0604020202020204" pitchFamily="34" charset="0"/>
              <a:buChar char="•"/>
            </a:pPr>
            <a:r>
              <a:rPr lang="en-AU"/>
              <a:t>Additional database environments (DEV, TEST and PROD) require deployment, monitoring and support. </a:t>
            </a:r>
          </a:p>
          <a:p>
            <a:pPr>
              <a:buFont typeface="Arial" panose="020B0604020202020204" pitchFamily="34" charset="0"/>
              <a:buChar char="•"/>
            </a:pPr>
            <a:r>
              <a:rPr lang="en-AU"/>
              <a:t>Creates duplicate ERP data requiring ongoing reconciliation. </a:t>
            </a:r>
          </a:p>
          <a:p>
            <a:pPr>
              <a:buFont typeface="Arial" panose="020B0604020202020204" pitchFamily="34" charset="0"/>
              <a:buChar char="•"/>
            </a:pPr>
            <a:r>
              <a:rPr lang="en-AU"/>
              <a:t>Database schema becomes another integration dependency to maintain. </a:t>
            </a:r>
          </a:p>
          <a:p>
            <a:pPr>
              <a:buNone/>
            </a:pPr>
            <a:endParaRPr lang="en-AU" b="1"/>
          </a:p>
          <a:p>
            <a:pPr>
              <a:buNone/>
            </a:pPr>
            <a:endParaRPr lang="en-AU" b="1"/>
          </a:p>
          <a:p>
            <a:pPr>
              <a:buNone/>
            </a:pPr>
            <a:endParaRPr lang="en-AU" b="1"/>
          </a:p>
          <a:p>
            <a:pPr>
              <a:buNone/>
            </a:pPr>
            <a:r>
              <a:rPr lang="en-AU" b="1">
                <a:solidFill>
                  <a:srgbClr val="FF0000"/>
                </a:solidFill>
              </a:rPr>
              <a:t>Technical debt:</a:t>
            </a:r>
            <a:r>
              <a:rPr lang="en-AU">
                <a:solidFill>
                  <a:srgbClr val="FF0000"/>
                </a:solidFill>
              </a:rPr>
              <a:t> </a:t>
            </a:r>
            <a:r>
              <a:rPr lang="en-AU" b="1">
                <a:solidFill>
                  <a:srgbClr val="FF0000"/>
                </a:solidFill>
              </a:rPr>
              <a:t>High.</a:t>
            </a:r>
            <a:r>
              <a:rPr lang="en-AU">
                <a:solidFill>
                  <a:srgbClr val="FF0000"/>
                </a:solidFill>
              </a:rPr>
              <a:t> I</a:t>
            </a:r>
            <a:r>
              <a:rPr lang="en-AU"/>
              <a:t>ntroduces another long-term data store, duplicate business data, and an additional platform to operate and support.</a:t>
            </a:r>
          </a:p>
        </p:txBody>
      </p:sp>
      <p:sp>
        <p:nvSpPr>
          <p:cNvPr id="31" name="TextBox 30">
            <a:extLst>
              <a:ext uri="{FF2B5EF4-FFF2-40B4-BE49-F238E27FC236}">
                <a16:creationId xmlns:a16="http://schemas.microsoft.com/office/drawing/2014/main" id="{FA9C2A9B-AF00-8408-0205-2AB551B737EF}"/>
              </a:ext>
            </a:extLst>
          </p:cNvPr>
          <p:cNvSpPr txBox="1"/>
          <p:nvPr/>
        </p:nvSpPr>
        <p:spPr>
          <a:xfrm>
            <a:off x="9470548" y="2937443"/>
            <a:ext cx="8591822" cy="4524315"/>
          </a:xfrm>
          <a:prstGeom prst="rect">
            <a:avLst/>
          </a:prstGeom>
          <a:noFill/>
        </p:spPr>
        <p:txBody>
          <a:bodyPr wrap="square">
            <a:spAutoFit/>
          </a:bodyPr>
          <a:lstStyle/>
          <a:p>
            <a:pPr>
              <a:buNone/>
            </a:pPr>
            <a:r>
              <a:rPr lang="en-AU" b="1"/>
              <a:t>Implementation effort:</a:t>
            </a:r>
            <a:r>
              <a:rPr lang="en-AU"/>
              <a:t> </a:t>
            </a:r>
            <a:r>
              <a:rPr lang="en-AU" b="1"/>
              <a:t>Medium to High.</a:t>
            </a:r>
            <a:r>
              <a:rPr lang="en-AU"/>
              <a:t> SAP builds the integration services.</a:t>
            </a:r>
          </a:p>
          <a:p>
            <a:pPr>
              <a:buNone/>
            </a:pPr>
            <a:r>
              <a:rPr lang="en-AU"/>
              <a:t> JAMS introduces API consumption capability to replace the current database query approach.</a:t>
            </a:r>
          </a:p>
          <a:p>
            <a:pPr>
              <a:buNone/>
            </a:pPr>
            <a:endParaRPr lang="en-AU" b="1"/>
          </a:p>
          <a:p>
            <a:pPr>
              <a:buNone/>
            </a:pPr>
            <a:r>
              <a:rPr lang="en-AU" b="1"/>
              <a:t>Advantages</a:t>
            </a:r>
          </a:p>
          <a:p>
            <a:pPr>
              <a:buNone/>
            </a:pPr>
            <a:endParaRPr lang="en-AU" b="1"/>
          </a:p>
          <a:p>
            <a:pPr>
              <a:buFont typeface="Arial" panose="020B0604020202020204" pitchFamily="34" charset="0"/>
              <a:buChar char="•"/>
            </a:pPr>
            <a:r>
              <a:rPr lang="en-AU"/>
              <a:t>SAP S/4HANA remains the single source of truth. </a:t>
            </a:r>
          </a:p>
          <a:p>
            <a:pPr>
              <a:buFont typeface="Arial" panose="020B0604020202020204" pitchFamily="34" charset="0"/>
              <a:buChar char="•"/>
            </a:pPr>
            <a:r>
              <a:rPr lang="en-AU"/>
              <a:t>No Apollo-owned replicated database. </a:t>
            </a:r>
          </a:p>
          <a:p>
            <a:pPr>
              <a:buFont typeface="Arial" panose="020B0604020202020204" pitchFamily="34" charset="0"/>
              <a:buChar char="•"/>
            </a:pPr>
            <a:r>
              <a:rPr lang="en-AU"/>
              <a:t>Standard API-based integration aligned with the Apollo target architecture. </a:t>
            </a:r>
          </a:p>
          <a:p>
            <a:pPr>
              <a:buFont typeface="Arial" panose="020B0604020202020204" pitchFamily="34" charset="0"/>
              <a:buChar char="•"/>
            </a:pPr>
            <a:endParaRPr lang="en-AU"/>
          </a:p>
          <a:p>
            <a:pPr>
              <a:buNone/>
            </a:pPr>
            <a:r>
              <a:rPr lang="en-AU" b="1"/>
              <a:t>Disadvantages</a:t>
            </a:r>
          </a:p>
          <a:p>
            <a:pPr>
              <a:buFont typeface="Arial" panose="020B0604020202020204" pitchFamily="34" charset="0"/>
              <a:buChar char="•"/>
            </a:pPr>
            <a:r>
              <a:rPr lang="en-AU"/>
              <a:t>JAMS requires development to consume published APIs. </a:t>
            </a:r>
          </a:p>
          <a:p>
            <a:pPr>
              <a:buFont typeface="Arial" panose="020B0604020202020204" pitchFamily="34" charset="0"/>
              <a:buChar char="•"/>
            </a:pPr>
            <a:r>
              <a:rPr lang="en-AU"/>
              <a:t>Performance and pagination need to be managed for larger data sets. </a:t>
            </a:r>
          </a:p>
          <a:p>
            <a:pPr>
              <a:buNone/>
            </a:pPr>
            <a:endParaRPr lang="en-AU" b="1"/>
          </a:p>
          <a:p>
            <a:pPr>
              <a:buNone/>
            </a:pPr>
            <a:r>
              <a:rPr lang="en-AU" b="1">
                <a:solidFill>
                  <a:srgbClr val="00B050"/>
                </a:solidFill>
              </a:rPr>
              <a:t>Technical debt</a:t>
            </a:r>
            <a:r>
              <a:rPr lang="en-AU" b="1"/>
              <a:t>:</a:t>
            </a:r>
            <a:r>
              <a:rPr lang="en-AU"/>
              <a:t> </a:t>
            </a:r>
            <a:r>
              <a:rPr lang="en-AU" b="1"/>
              <a:t>Low.</a:t>
            </a:r>
            <a:r>
              <a:rPr lang="en-AU"/>
              <a:t> No replicated data store. Integration logic is centralised in CPI, making future changes, retirement and reuse simpler.</a:t>
            </a:r>
          </a:p>
        </p:txBody>
      </p:sp>
    </p:spTree>
    <p:extLst>
      <p:ext uri="{BB962C8B-B14F-4D97-AF65-F5344CB8AC3E}">
        <p14:creationId xmlns:p14="http://schemas.microsoft.com/office/powerpoint/2010/main" val="2719805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476250"/>
            <a:ext cx="857250" cy="76150"/>
          </a:xfrm>
          <a:prstGeom prst="rect">
            <a:avLst/>
          </a:prstGeom>
          <a:solidFill>
            <a:srgbClr val="17E09C"/>
          </a:solidFill>
          <a:ln/>
        </p:spPr>
        <p:txBody>
          <a:bodyPr/>
          <a:lstStyle/>
          <a:p>
            <a:endParaRPr lang="en-AU"/>
          </a:p>
        </p:txBody>
      </p:sp>
      <p:sp>
        <p:nvSpPr>
          <p:cNvPr id="3" name="Text 1"/>
          <p:cNvSpPr/>
          <p:nvPr/>
        </p:nvSpPr>
        <p:spPr>
          <a:xfrm>
            <a:off x="762000" y="704701"/>
            <a:ext cx="11566996"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Recommended Architecture – Two Response Pathways</a:t>
            </a:r>
            <a:endParaRPr lang="en-US" sz="3150"/>
          </a:p>
        </p:txBody>
      </p:sp>
      <p:sp>
        <p:nvSpPr>
          <p:cNvPr id="4" name="Text 2"/>
          <p:cNvSpPr/>
          <p:nvPr/>
        </p:nvSpPr>
        <p:spPr>
          <a:xfrm>
            <a:off x="762000" y="1230064"/>
            <a:ext cx="11566996" cy="307975"/>
          </a:xfrm>
          <a:prstGeom prst="rect">
            <a:avLst/>
          </a:prstGeom>
          <a:noFill/>
          <a:ln/>
        </p:spPr>
        <p:txBody>
          <a:bodyPr wrap="square" lIns="25400" tIns="25400" rIns="25400" bIns="25400" rtlCol="0" anchor="t">
            <a:normAutofit lnSpcReduction="10000"/>
          </a:bodyPr>
          <a:lstStyle/>
          <a:p>
            <a:pPr marL="0" indent="0" algn="l">
              <a:buNone/>
            </a:pPr>
            <a:r>
              <a:rPr lang="en-US" sz="1875">
                <a:solidFill>
                  <a:srgbClr val="5A6470"/>
                </a:solidFill>
                <a:latin typeface="Arial" pitchFamily="34" charset="0"/>
                <a:ea typeface="Arial" pitchFamily="34" charset="-122"/>
                <a:cs typeface="Arial" pitchFamily="34" charset="-120"/>
              </a:rPr>
              <a:t>Acknowledgement is separated from business data. </a:t>
            </a:r>
            <a:endParaRPr lang="en-US" sz="1875"/>
          </a:p>
        </p:txBody>
      </p:sp>
      <p:pic>
        <p:nvPicPr>
          <p:cNvPr id="5" name="Image 0" descr="preencoded.png"/>
          <p:cNvPicPr>
            <a:picLocks noChangeAspect="1"/>
          </p:cNvPicPr>
          <p:nvPr/>
        </p:nvPicPr>
        <p:blipFill>
          <a:blip r:embed="rId3"/>
          <a:stretch>
            <a:fillRect/>
          </a:stretch>
        </p:blipFill>
        <p:spPr>
          <a:xfrm>
            <a:off x="16188779" y="476250"/>
            <a:ext cx="1337221" cy="419075"/>
          </a:xfrm>
          <a:prstGeom prst="rect">
            <a:avLst/>
          </a:prstGeom>
        </p:spPr>
      </p:pic>
      <p:sp>
        <p:nvSpPr>
          <p:cNvPr id="6" name="Shape 3"/>
          <p:cNvSpPr/>
          <p:nvPr/>
        </p:nvSpPr>
        <p:spPr>
          <a:xfrm>
            <a:off x="762000" y="2883917"/>
            <a:ext cx="16764000" cy="2449215"/>
          </a:xfrm>
          <a:prstGeom prst="roundRect">
            <a:avLst>
              <a:gd name="adj" fmla="val 4667"/>
            </a:avLst>
          </a:prstGeom>
          <a:ln w="23813">
            <a:solidFill>
              <a:srgbClr val="D9DEE4"/>
            </a:solidFill>
            <a:prstDash val="solid"/>
          </a:ln>
        </p:spPr>
        <p:txBody>
          <a:bodyPr/>
          <a:lstStyle/>
          <a:p>
            <a:endParaRPr lang="en-AU"/>
          </a:p>
        </p:txBody>
      </p:sp>
      <p:sp>
        <p:nvSpPr>
          <p:cNvPr id="7" name="Text 4"/>
          <p:cNvSpPr/>
          <p:nvPr/>
        </p:nvSpPr>
        <p:spPr>
          <a:xfrm>
            <a:off x="1033363" y="3098229"/>
            <a:ext cx="17843400" cy="355600"/>
          </a:xfrm>
          <a:prstGeom prst="rect">
            <a:avLst/>
          </a:prstGeom>
          <a:noFill/>
          <a:ln/>
        </p:spPr>
        <p:txBody>
          <a:bodyPr wrap="square" lIns="25400" tIns="25400" rIns="25400" bIns="25400" rtlCol="0" anchor="t">
            <a:normAutofit lnSpcReduction="10000"/>
          </a:bodyPr>
          <a:lstStyle/>
          <a:p>
            <a:pPr marL="0" indent="0" algn="l">
              <a:buNone/>
            </a:pPr>
            <a:r>
              <a:rPr lang="en-US" sz="2175" b="1">
                <a:solidFill>
                  <a:srgbClr val="0083FF"/>
                </a:solidFill>
                <a:latin typeface="Arial" pitchFamily="34" charset="0"/>
                <a:ea typeface="Arial" pitchFamily="34" charset="-122"/>
                <a:cs typeface="Arial" pitchFamily="34" charset="-120"/>
              </a:rPr>
              <a:t>Response type 1 – acknowledgement and outcome callback (status only)</a:t>
            </a:r>
            <a:endParaRPr lang="en-US" sz="2175"/>
          </a:p>
        </p:txBody>
      </p:sp>
      <p:sp>
        <p:nvSpPr>
          <p:cNvPr id="8" name="Shape 5"/>
          <p:cNvSpPr/>
          <p:nvPr/>
        </p:nvSpPr>
        <p:spPr>
          <a:xfrm>
            <a:off x="1033363" y="3625205"/>
            <a:ext cx="1133450" cy="798339"/>
          </a:xfrm>
          <a:prstGeom prst="roundRect">
            <a:avLst>
              <a:gd name="adj" fmla="val 14317"/>
            </a:avLst>
          </a:prstGeom>
          <a:ln w="23813">
            <a:solidFill>
              <a:srgbClr val="5A6470"/>
            </a:solidFill>
            <a:prstDash val="solid"/>
          </a:ln>
        </p:spPr>
        <p:txBody>
          <a:bodyPr/>
          <a:lstStyle/>
          <a:p>
            <a:endParaRPr lang="en-AU"/>
          </a:p>
        </p:txBody>
      </p:sp>
      <p:sp>
        <p:nvSpPr>
          <p:cNvPr id="9" name="Shape 6"/>
          <p:cNvSpPr/>
          <p:nvPr/>
        </p:nvSpPr>
        <p:spPr>
          <a:xfrm>
            <a:off x="1171401" y="3515692"/>
            <a:ext cx="1816199" cy="261937"/>
          </a:xfrm>
          <a:prstGeom prst="roundRect">
            <a:avLst>
              <a:gd name="adj" fmla="val 21818"/>
            </a:avLst>
          </a:prstGeom>
          <a:solidFill>
            <a:srgbClr val="5A6470"/>
          </a:solidFill>
          <a:ln/>
        </p:spPr>
        <p:txBody>
          <a:bodyPr/>
          <a:lstStyle/>
          <a:p>
            <a:endParaRPr lang="en-AU"/>
          </a:p>
        </p:txBody>
      </p:sp>
      <p:sp>
        <p:nvSpPr>
          <p:cNvPr id="10" name="Text 7"/>
          <p:cNvSpPr/>
          <p:nvPr/>
        </p:nvSpPr>
        <p:spPr>
          <a:xfrm>
            <a:off x="1247601" y="3515692"/>
            <a:ext cx="184541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FIELD SYSTEM</a:t>
            </a:r>
            <a:endParaRPr lang="en-US" sz="1800"/>
          </a:p>
        </p:txBody>
      </p:sp>
      <p:sp>
        <p:nvSpPr>
          <p:cNvPr id="11" name="Shape 8"/>
          <p:cNvSpPr/>
          <p:nvPr/>
        </p:nvSpPr>
        <p:spPr>
          <a:xfrm>
            <a:off x="1152426" y="3858493"/>
            <a:ext cx="895325" cy="445988"/>
          </a:xfrm>
          <a:prstGeom prst="roundRect">
            <a:avLst>
              <a:gd name="adj" fmla="val 17086"/>
            </a:avLst>
          </a:prstGeom>
          <a:solidFill>
            <a:srgbClr val="F4F6F8"/>
          </a:solidFill>
          <a:ln w="15875">
            <a:solidFill>
              <a:srgbClr val="5A6470"/>
            </a:solidFill>
            <a:prstDash val="solid"/>
          </a:ln>
        </p:spPr>
        <p:txBody>
          <a:bodyPr/>
          <a:lstStyle/>
          <a:p>
            <a:endParaRPr lang="en-AU"/>
          </a:p>
        </p:txBody>
      </p:sp>
      <p:sp>
        <p:nvSpPr>
          <p:cNvPr id="12" name="Text 9"/>
          <p:cNvSpPr/>
          <p:nvPr/>
        </p:nvSpPr>
        <p:spPr>
          <a:xfrm>
            <a:off x="1282601" y="3950568"/>
            <a:ext cx="711175"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JAMS</a:t>
            </a:r>
            <a:endParaRPr lang="en-US" sz="1800"/>
          </a:p>
        </p:txBody>
      </p:sp>
      <p:sp>
        <p:nvSpPr>
          <p:cNvPr id="13" name="Text 10"/>
          <p:cNvSpPr/>
          <p:nvPr/>
        </p:nvSpPr>
        <p:spPr>
          <a:xfrm>
            <a:off x="2223963" y="3729137"/>
            <a:ext cx="1130771" cy="561975"/>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0083FF"/>
                </a:solidFill>
                <a:latin typeface="Arial" pitchFamily="34" charset="0"/>
                <a:ea typeface="Arial" pitchFamily="34" charset="-122"/>
                <a:cs typeface="Arial" pitchFamily="34" charset="-120"/>
              </a:rPr>
              <a:t>canonical </a:t>
            </a:r>
          </a:p>
          <a:p>
            <a:pPr marL="0" indent="0" algn="ctr">
              <a:buNone/>
            </a:pPr>
            <a:r>
              <a:rPr lang="en-US" sz="1800" b="1">
                <a:solidFill>
                  <a:srgbClr val="0083FF"/>
                </a:solidFill>
                <a:latin typeface="Arial" pitchFamily="34" charset="0"/>
                <a:ea typeface="Arial" pitchFamily="34" charset="-122"/>
                <a:cs typeface="Arial" pitchFamily="34" charset="-120"/>
              </a:rPr>
              <a:t>message</a:t>
            </a:r>
            <a:endParaRPr lang="en-US" sz="1800"/>
          </a:p>
        </p:txBody>
      </p:sp>
      <p:sp>
        <p:nvSpPr>
          <p:cNvPr id="14" name="Shape 11"/>
          <p:cNvSpPr/>
          <p:nvPr/>
        </p:nvSpPr>
        <p:spPr>
          <a:xfrm>
            <a:off x="2636986" y="4281537"/>
            <a:ext cx="304726" cy="38075"/>
          </a:xfrm>
          <a:prstGeom prst="rect">
            <a:avLst/>
          </a:prstGeom>
          <a:solidFill>
            <a:srgbClr val="0083FF"/>
          </a:solidFill>
          <a:ln/>
        </p:spPr>
        <p:txBody>
          <a:bodyPr/>
          <a:lstStyle/>
          <a:p>
            <a:endParaRPr lang="en-AU"/>
          </a:p>
        </p:txBody>
      </p:sp>
      <p:sp>
        <p:nvSpPr>
          <p:cNvPr id="15" name="Shape 12"/>
          <p:cNvSpPr/>
          <p:nvPr/>
        </p:nvSpPr>
        <p:spPr>
          <a:xfrm>
            <a:off x="3411885" y="3625205"/>
            <a:ext cx="6493619" cy="798339"/>
          </a:xfrm>
          <a:prstGeom prst="roundRect">
            <a:avLst>
              <a:gd name="adj" fmla="val 14317"/>
            </a:avLst>
          </a:prstGeom>
          <a:ln w="23813">
            <a:solidFill>
              <a:srgbClr val="1E1E1E"/>
            </a:solidFill>
            <a:prstDash val="solid"/>
          </a:ln>
        </p:spPr>
        <p:txBody>
          <a:bodyPr/>
          <a:lstStyle/>
          <a:p>
            <a:endParaRPr lang="en-AU"/>
          </a:p>
        </p:txBody>
      </p:sp>
      <p:sp>
        <p:nvSpPr>
          <p:cNvPr id="16" name="Shape 13"/>
          <p:cNvSpPr/>
          <p:nvPr/>
        </p:nvSpPr>
        <p:spPr>
          <a:xfrm>
            <a:off x="3549923" y="3515692"/>
            <a:ext cx="2248545" cy="261937"/>
          </a:xfrm>
          <a:prstGeom prst="roundRect">
            <a:avLst>
              <a:gd name="adj" fmla="val 21818"/>
            </a:avLst>
          </a:prstGeom>
          <a:solidFill>
            <a:srgbClr val="1E1E1E"/>
          </a:solidFill>
          <a:ln/>
        </p:spPr>
        <p:txBody>
          <a:bodyPr/>
          <a:lstStyle/>
          <a:p>
            <a:endParaRPr lang="en-AU"/>
          </a:p>
        </p:txBody>
      </p:sp>
      <p:sp>
        <p:nvSpPr>
          <p:cNvPr id="17" name="Text 14"/>
          <p:cNvSpPr/>
          <p:nvPr/>
        </p:nvSpPr>
        <p:spPr>
          <a:xfrm>
            <a:off x="3626123" y="3515692"/>
            <a:ext cx="232099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BTP · SAP CPI</a:t>
            </a:r>
            <a:endParaRPr lang="en-US" sz="1800"/>
          </a:p>
        </p:txBody>
      </p:sp>
      <p:sp>
        <p:nvSpPr>
          <p:cNvPr id="18" name="Shape 15"/>
          <p:cNvSpPr/>
          <p:nvPr/>
        </p:nvSpPr>
        <p:spPr>
          <a:xfrm>
            <a:off x="3530947" y="3874368"/>
            <a:ext cx="1969120" cy="414238"/>
          </a:xfrm>
          <a:prstGeom prst="roundRect">
            <a:avLst>
              <a:gd name="adj" fmla="val 18395"/>
            </a:avLst>
          </a:prstGeom>
          <a:solidFill>
            <a:srgbClr val="1E1E1E"/>
          </a:solidFill>
          <a:ln/>
        </p:spPr>
        <p:txBody>
          <a:bodyPr/>
          <a:lstStyle/>
          <a:p>
            <a:endParaRPr lang="en-AU"/>
          </a:p>
        </p:txBody>
      </p:sp>
      <p:sp>
        <p:nvSpPr>
          <p:cNvPr id="19" name="Text 16"/>
          <p:cNvSpPr/>
          <p:nvPr/>
        </p:nvSpPr>
        <p:spPr>
          <a:xfrm>
            <a:off x="3645247" y="3950568"/>
            <a:ext cx="1816720"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1st leg interface</a:t>
            </a:r>
            <a:endParaRPr lang="en-US" sz="1800"/>
          </a:p>
        </p:txBody>
      </p:sp>
      <p:sp>
        <p:nvSpPr>
          <p:cNvPr id="20" name="Shape 17"/>
          <p:cNvSpPr/>
          <p:nvPr/>
        </p:nvSpPr>
        <p:spPr>
          <a:xfrm>
            <a:off x="5576218" y="4062388"/>
            <a:ext cx="247551" cy="38075"/>
          </a:xfrm>
          <a:prstGeom prst="rect">
            <a:avLst/>
          </a:prstGeom>
          <a:solidFill>
            <a:srgbClr val="0A7D5C"/>
          </a:solidFill>
          <a:ln/>
        </p:spPr>
        <p:txBody>
          <a:bodyPr/>
          <a:lstStyle/>
          <a:p>
            <a:endParaRPr lang="en-AU"/>
          </a:p>
        </p:txBody>
      </p:sp>
      <p:sp>
        <p:nvSpPr>
          <p:cNvPr id="21" name="Shape 18"/>
          <p:cNvSpPr/>
          <p:nvPr/>
        </p:nvSpPr>
        <p:spPr>
          <a:xfrm>
            <a:off x="5899919" y="3858493"/>
            <a:ext cx="1466949" cy="445988"/>
          </a:xfrm>
          <a:prstGeom prst="roundRect">
            <a:avLst>
              <a:gd name="adj" fmla="val 17086"/>
            </a:avLst>
          </a:prstGeom>
          <a:solidFill>
            <a:srgbClr val="F4F6F8"/>
          </a:solidFill>
          <a:ln w="15875">
            <a:solidFill>
              <a:srgbClr val="1E1E1E"/>
            </a:solidFill>
            <a:prstDash val="solid"/>
          </a:ln>
        </p:spPr>
        <p:txBody>
          <a:bodyPr/>
          <a:lstStyle/>
          <a:p>
            <a:endParaRPr lang="en-AU"/>
          </a:p>
        </p:txBody>
      </p:sp>
      <p:sp>
        <p:nvSpPr>
          <p:cNvPr id="22" name="Text 19"/>
          <p:cNvSpPr/>
          <p:nvPr/>
        </p:nvSpPr>
        <p:spPr>
          <a:xfrm>
            <a:off x="6030094" y="3950568"/>
            <a:ext cx="1282799"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JMS queue</a:t>
            </a:r>
            <a:endParaRPr lang="en-US" sz="1800"/>
          </a:p>
        </p:txBody>
      </p:sp>
      <p:sp>
        <p:nvSpPr>
          <p:cNvPr id="23" name="Shape 20"/>
          <p:cNvSpPr/>
          <p:nvPr/>
        </p:nvSpPr>
        <p:spPr>
          <a:xfrm>
            <a:off x="7443018" y="4062388"/>
            <a:ext cx="247551" cy="38075"/>
          </a:xfrm>
          <a:prstGeom prst="rect">
            <a:avLst/>
          </a:prstGeom>
          <a:solidFill>
            <a:srgbClr val="0A7D5C"/>
          </a:solidFill>
          <a:ln/>
        </p:spPr>
        <p:txBody>
          <a:bodyPr/>
          <a:lstStyle/>
          <a:p>
            <a:endParaRPr lang="en-AU"/>
          </a:p>
        </p:txBody>
      </p:sp>
      <p:sp>
        <p:nvSpPr>
          <p:cNvPr id="24" name="Shape 21"/>
          <p:cNvSpPr/>
          <p:nvPr/>
        </p:nvSpPr>
        <p:spPr>
          <a:xfrm>
            <a:off x="7766720" y="3874368"/>
            <a:ext cx="2019722" cy="414238"/>
          </a:xfrm>
          <a:prstGeom prst="roundRect">
            <a:avLst>
              <a:gd name="adj" fmla="val 18395"/>
            </a:avLst>
          </a:prstGeom>
          <a:solidFill>
            <a:srgbClr val="1E1E1E"/>
          </a:solidFill>
          <a:ln/>
        </p:spPr>
        <p:txBody>
          <a:bodyPr/>
          <a:lstStyle/>
          <a:p>
            <a:endParaRPr lang="en-AU"/>
          </a:p>
        </p:txBody>
      </p:sp>
      <p:sp>
        <p:nvSpPr>
          <p:cNvPr id="25" name="Text 22"/>
          <p:cNvSpPr/>
          <p:nvPr/>
        </p:nvSpPr>
        <p:spPr>
          <a:xfrm>
            <a:off x="7881020" y="3950568"/>
            <a:ext cx="1867322"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canonical model</a:t>
            </a:r>
            <a:endParaRPr lang="en-US" sz="1800"/>
          </a:p>
        </p:txBody>
      </p:sp>
      <p:sp>
        <p:nvSpPr>
          <p:cNvPr id="26" name="Text 23"/>
          <p:cNvSpPr/>
          <p:nvPr/>
        </p:nvSpPr>
        <p:spPr>
          <a:xfrm>
            <a:off x="9962654" y="3729137"/>
            <a:ext cx="1270546" cy="561975"/>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0A7D5C"/>
                </a:solidFill>
                <a:latin typeface="Arial" pitchFamily="34" charset="0"/>
                <a:ea typeface="Arial" pitchFamily="34" charset="-122"/>
                <a:cs typeface="Arial" pitchFamily="34" charset="-120"/>
              </a:rPr>
              <a:t>sequenced API</a:t>
            </a:r>
          </a:p>
          <a:p>
            <a:pPr marL="0" indent="0" algn="ctr">
              <a:buNone/>
            </a:pPr>
            <a:r>
              <a:rPr lang="en-US" sz="1800" b="1">
                <a:solidFill>
                  <a:srgbClr val="0A7D5C"/>
                </a:solidFill>
                <a:latin typeface="Arial" pitchFamily="34" charset="0"/>
                <a:ea typeface="Arial" pitchFamily="34" charset="-122"/>
                <a:cs typeface="Arial" pitchFamily="34" charset="-120"/>
              </a:rPr>
              <a:t> calls</a:t>
            </a:r>
            <a:endParaRPr lang="en-US" sz="1800"/>
          </a:p>
        </p:txBody>
      </p:sp>
      <p:sp>
        <p:nvSpPr>
          <p:cNvPr id="27" name="Shape 24"/>
          <p:cNvSpPr/>
          <p:nvPr/>
        </p:nvSpPr>
        <p:spPr>
          <a:xfrm>
            <a:off x="10445502" y="4281537"/>
            <a:ext cx="304726" cy="38075"/>
          </a:xfrm>
          <a:prstGeom prst="rect">
            <a:avLst/>
          </a:prstGeom>
          <a:solidFill>
            <a:srgbClr val="0A7D5C"/>
          </a:solidFill>
          <a:ln/>
        </p:spPr>
        <p:txBody>
          <a:bodyPr/>
          <a:lstStyle/>
          <a:p>
            <a:endParaRPr lang="en-AU"/>
          </a:p>
        </p:txBody>
      </p:sp>
      <p:sp>
        <p:nvSpPr>
          <p:cNvPr id="28" name="Shape 25"/>
          <p:cNvSpPr/>
          <p:nvPr/>
        </p:nvSpPr>
        <p:spPr>
          <a:xfrm>
            <a:off x="11290349" y="3625205"/>
            <a:ext cx="1501800" cy="798339"/>
          </a:xfrm>
          <a:prstGeom prst="roundRect">
            <a:avLst>
              <a:gd name="adj" fmla="val 14317"/>
            </a:avLst>
          </a:prstGeom>
          <a:ln w="23813">
            <a:solidFill>
              <a:srgbClr val="1E1E1E"/>
            </a:solidFill>
            <a:prstDash val="solid"/>
          </a:ln>
        </p:spPr>
        <p:txBody>
          <a:bodyPr/>
          <a:lstStyle/>
          <a:p>
            <a:endParaRPr lang="en-AU"/>
          </a:p>
        </p:txBody>
      </p:sp>
      <p:sp>
        <p:nvSpPr>
          <p:cNvPr id="29" name="Shape 26"/>
          <p:cNvSpPr/>
          <p:nvPr/>
        </p:nvSpPr>
        <p:spPr>
          <a:xfrm>
            <a:off x="11428387" y="3515692"/>
            <a:ext cx="1494482" cy="261937"/>
          </a:xfrm>
          <a:prstGeom prst="roundRect">
            <a:avLst>
              <a:gd name="adj" fmla="val 21818"/>
            </a:avLst>
          </a:prstGeom>
          <a:solidFill>
            <a:srgbClr val="1E1E1E"/>
          </a:solidFill>
          <a:ln/>
        </p:spPr>
        <p:txBody>
          <a:bodyPr/>
          <a:lstStyle/>
          <a:p>
            <a:endParaRPr lang="en-AU"/>
          </a:p>
        </p:txBody>
      </p:sp>
      <p:sp>
        <p:nvSpPr>
          <p:cNvPr id="30" name="Text 27"/>
          <p:cNvSpPr/>
          <p:nvPr/>
        </p:nvSpPr>
        <p:spPr>
          <a:xfrm>
            <a:off x="11504587" y="3515692"/>
            <a:ext cx="1491531"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CLOUD</a:t>
            </a:r>
            <a:endParaRPr lang="en-US" sz="1800"/>
          </a:p>
        </p:txBody>
      </p:sp>
      <p:sp>
        <p:nvSpPr>
          <p:cNvPr id="31" name="Shape 28"/>
          <p:cNvSpPr/>
          <p:nvPr/>
        </p:nvSpPr>
        <p:spPr>
          <a:xfrm>
            <a:off x="11409412" y="3858493"/>
            <a:ext cx="1263675" cy="445988"/>
          </a:xfrm>
          <a:prstGeom prst="roundRect">
            <a:avLst>
              <a:gd name="adj" fmla="val 17086"/>
            </a:avLst>
          </a:prstGeom>
          <a:solidFill>
            <a:srgbClr val="F4F6F8"/>
          </a:solidFill>
          <a:ln w="15875">
            <a:solidFill>
              <a:srgbClr val="1E1E1E"/>
            </a:solidFill>
            <a:prstDash val="solid"/>
          </a:ln>
        </p:spPr>
        <p:txBody>
          <a:bodyPr/>
          <a:lstStyle/>
          <a:p>
            <a:endParaRPr lang="en-AU"/>
          </a:p>
        </p:txBody>
      </p:sp>
      <p:sp>
        <p:nvSpPr>
          <p:cNvPr id="32" name="Text 29"/>
          <p:cNvSpPr/>
          <p:nvPr/>
        </p:nvSpPr>
        <p:spPr>
          <a:xfrm>
            <a:off x="11539587" y="3950568"/>
            <a:ext cx="1079525"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S/4HANA</a:t>
            </a:r>
            <a:endParaRPr lang="en-US" sz="1800"/>
          </a:p>
        </p:txBody>
      </p:sp>
      <p:sp>
        <p:nvSpPr>
          <p:cNvPr id="33" name="Text 30"/>
          <p:cNvSpPr/>
          <p:nvPr/>
        </p:nvSpPr>
        <p:spPr>
          <a:xfrm>
            <a:off x="1033363" y="4594944"/>
            <a:ext cx="16707911" cy="561975"/>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Return leg carries </a:t>
            </a:r>
            <a:r>
              <a:rPr lang="en-US" sz="1800" b="1">
                <a:solidFill>
                  <a:srgbClr val="5A6470"/>
                </a:solidFill>
                <a:latin typeface="Arial" pitchFamily="34" charset="0"/>
                <a:ea typeface="Arial" pitchFamily="34" charset="-122"/>
                <a:cs typeface="Arial" pitchFamily="34" charset="-120"/>
              </a:rPr>
              <a:t>HTTP acknowledgement, then status and correlation ID only </a:t>
            </a:r>
            <a:r>
              <a:rPr lang="en-US" sz="1800">
                <a:solidFill>
                  <a:srgbClr val="5A6470"/>
                </a:solidFill>
                <a:latin typeface="Arial" pitchFamily="34" charset="0"/>
                <a:ea typeface="Arial" pitchFamily="34" charset="-122"/>
                <a:cs typeface="Arial" pitchFamily="34" charset="-120"/>
              </a:rPr>
              <a:t>– no document details, no write into JAMS records. </a:t>
            </a:r>
          </a:p>
          <a:p>
            <a:pPr marL="0" indent="0" algn="l">
              <a:buNone/>
            </a:pPr>
            <a:r>
              <a:rPr lang="en-US" sz="1800">
                <a:solidFill>
                  <a:srgbClr val="5A6470"/>
                </a:solidFill>
                <a:latin typeface="Arial" pitchFamily="34" charset="0"/>
                <a:ea typeface="Arial" pitchFamily="34" charset="-122"/>
                <a:cs typeface="Arial" pitchFamily="34" charset="-120"/>
              </a:rPr>
              <a:t>Canonical errors are logged in CPI and returned as correctable business errors.</a:t>
            </a:r>
            <a:endParaRPr lang="en-US" sz="1800"/>
          </a:p>
        </p:txBody>
      </p:sp>
      <p:sp>
        <p:nvSpPr>
          <p:cNvPr id="34" name="Shape 31"/>
          <p:cNvSpPr/>
          <p:nvPr/>
        </p:nvSpPr>
        <p:spPr>
          <a:xfrm>
            <a:off x="762000" y="5580683"/>
            <a:ext cx="16764000" cy="3728417"/>
          </a:xfrm>
          <a:prstGeom prst="roundRect">
            <a:avLst>
              <a:gd name="adj" fmla="val 3584"/>
            </a:avLst>
          </a:prstGeom>
          <a:solidFill>
            <a:srgbClr val="F4FEFA"/>
          </a:solidFill>
          <a:ln w="23813">
            <a:solidFill>
              <a:srgbClr val="17E09C"/>
            </a:solidFill>
            <a:prstDash val="solid"/>
          </a:ln>
        </p:spPr>
        <p:txBody>
          <a:bodyPr/>
          <a:lstStyle/>
          <a:p>
            <a:endParaRPr lang="en-AU"/>
          </a:p>
        </p:txBody>
      </p:sp>
      <p:sp>
        <p:nvSpPr>
          <p:cNvPr id="35" name="Text 32"/>
          <p:cNvSpPr/>
          <p:nvPr/>
        </p:nvSpPr>
        <p:spPr>
          <a:xfrm>
            <a:off x="1033363" y="5794995"/>
            <a:ext cx="17843400" cy="355600"/>
          </a:xfrm>
          <a:prstGeom prst="rect">
            <a:avLst/>
          </a:prstGeom>
          <a:noFill/>
          <a:ln/>
        </p:spPr>
        <p:txBody>
          <a:bodyPr wrap="square" lIns="25400" tIns="25400" rIns="25400" bIns="25400" rtlCol="0" anchor="t">
            <a:normAutofit lnSpcReduction="10000"/>
          </a:bodyPr>
          <a:lstStyle/>
          <a:p>
            <a:pPr marL="0" indent="0" algn="l">
              <a:buNone/>
            </a:pPr>
            <a:r>
              <a:rPr lang="en-US" sz="2175" b="1">
                <a:solidFill>
                  <a:srgbClr val="0A7D5C"/>
                </a:solidFill>
                <a:latin typeface="Arial" pitchFamily="34" charset="0"/>
                <a:ea typeface="Arial" pitchFamily="34" charset="-122"/>
                <a:cs typeface="Arial" pitchFamily="34" charset="-120"/>
              </a:rPr>
              <a:t>Response type 2 – pull of S/4HANA data (this replaces the Jobpac data warehouse query)</a:t>
            </a:r>
            <a:endParaRPr lang="en-US" sz="2175"/>
          </a:p>
        </p:txBody>
      </p:sp>
      <p:sp>
        <p:nvSpPr>
          <p:cNvPr id="36" name="Shape 33"/>
          <p:cNvSpPr/>
          <p:nvPr/>
        </p:nvSpPr>
        <p:spPr>
          <a:xfrm>
            <a:off x="1033363" y="6691808"/>
            <a:ext cx="1133450" cy="798339"/>
          </a:xfrm>
          <a:prstGeom prst="roundRect">
            <a:avLst>
              <a:gd name="adj" fmla="val 14317"/>
            </a:avLst>
          </a:prstGeom>
          <a:ln w="23813">
            <a:solidFill>
              <a:srgbClr val="5A6470"/>
            </a:solidFill>
            <a:prstDash val="solid"/>
          </a:ln>
        </p:spPr>
        <p:txBody>
          <a:bodyPr/>
          <a:lstStyle/>
          <a:p>
            <a:endParaRPr lang="en-AU"/>
          </a:p>
        </p:txBody>
      </p:sp>
      <p:sp>
        <p:nvSpPr>
          <p:cNvPr id="37" name="Shape 34"/>
          <p:cNvSpPr/>
          <p:nvPr/>
        </p:nvSpPr>
        <p:spPr>
          <a:xfrm>
            <a:off x="1171401" y="6582296"/>
            <a:ext cx="1816199" cy="261937"/>
          </a:xfrm>
          <a:prstGeom prst="roundRect">
            <a:avLst>
              <a:gd name="adj" fmla="val 21818"/>
            </a:avLst>
          </a:prstGeom>
          <a:solidFill>
            <a:srgbClr val="5A6470"/>
          </a:solidFill>
          <a:ln/>
        </p:spPr>
        <p:txBody>
          <a:bodyPr/>
          <a:lstStyle/>
          <a:p>
            <a:endParaRPr lang="en-AU"/>
          </a:p>
        </p:txBody>
      </p:sp>
      <p:sp>
        <p:nvSpPr>
          <p:cNvPr id="38" name="Text 35"/>
          <p:cNvSpPr/>
          <p:nvPr/>
        </p:nvSpPr>
        <p:spPr>
          <a:xfrm>
            <a:off x="1177837" y="6582296"/>
            <a:ext cx="184541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FIELD SYSTEM</a:t>
            </a:r>
            <a:endParaRPr lang="en-US" sz="1800"/>
          </a:p>
        </p:txBody>
      </p:sp>
      <p:sp>
        <p:nvSpPr>
          <p:cNvPr id="39" name="Shape 36"/>
          <p:cNvSpPr/>
          <p:nvPr/>
        </p:nvSpPr>
        <p:spPr>
          <a:xfrm>
            <a:off x="1152426" y="6925096"/>
            <a:ext cx="895325" cy="445988"/>
          </a:xfrm>
          <a:prstGeom prst="roundRect">
            <a:avLst>
              <a:gd name="adj" fmla="val 17086"/>
            </a:avLst>
          </a:prstGeom>
          <a:solidFill>
            <a:srgbClr val="F4F6F8"/>
          </a:solidFill>
          <a:ln w="15875">
            <a:solidFill>
              <a:srgbClr val="5A6470"/>
            </a:solidFill>
            <a:prstDash val="solid"/>
          </a:ln>
        </p:spPr>
        <p:txBody>
          <a:bodyPr/>
          <a:lstStyle/>
          <a:p>
            <a:endParaRPr lang="en-AU"/>
          </a:p>
        </p:txBody>
      </p:sp>
      <p:sp>
        <p:nvSpPr>
          <p:cNvPr id="40" name="Text 37"/>
          <p:cNvSpPr/>
          <p:nvPr/>
        </p:nvSpPr>
        <p:spPr>
          <a:xfrm>
            <a:off x="1282601" y="7017172"/>
            <a:ext cx="711175"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JAMS</a:t>
            </a:r>
            <a:endParaRPr lang="en-US" sz="1800"/>
          </a:p>
        </p:txBody>
      </p:sp>
      <p:sp>
        <p:nvSpPr>
          <p:cNvPr id="41" name="Text 38"/>
          <p:cNvSpPr/>
          <p:nvPr/>
        </p:nvSpPr>
        <p:spPr>
          <a:xfrm>
            <a:off x="2223963" y="6795740"/>
            <a:ext cx="1943373" cy="561975"/>
          </a:xfrm>
          <a:prstGeom prst="rect">
            <a:avLst/>
          </a:prstGeom>
          <a:noFill/>
          <a:ln/>
        </p:spPr>
        <p:txBody>
          <a:bodyPr wrap="none" lIns="25400" tIns="25400" rIns="25400" bIns="25400" rtlCol="0" anchor="t">
            <a:normAutofit/>
          </a:bodyPr>
          <a:lstStyle/>
          <a:p>
            <a:pPr marL="0" indent="0" algn="ctr">
              <a:buNone/>
            </a:pPr>
            <a:r>
              <a:rPr lang="en-US" sz="1400" b="1">
                <a:solidFill>
                  <a:srgbClr val="0083FF"/>
                </a:solidFill>
                <a:latin typeface="Arial" pitchFamily="34" charset="0"/>
                <a:ea typeface="Arial" pitchFamily="34" charset="-122"/>
                <a:cs typeface="Arial" pitchFamily="34" charset="-120"/>
              </a:rPr>
              <a:t>GET · </a:t>
            </a:r>
            <a:r>
              <a:rPr lang="en-US" sz="1100" b="1">
                <a:solidFill>
                  <a:srgbClr val="0083FF"/>
                </a:solidFill>
                <a:latin typeface="Arial" pitchFamily="34" charset="0"/>
                <a:ea typeface="Arial" pitchFamily="34" charset="-122"/>
                <a:cs typeface="Arial" pitchFamily="34" charset="-120"/>
              </a:rPr>
              <a:t>contract ID +</a:t>
            </a:r>
          </a:p>
          <a:p>
            <a:pPr marL="0" indent="0" algn="ctr">
              <a:buNone/>
            </a:pPr>
            <a:r>
              <a:rPr lang="en-US" sz="1100" b="1">
                <a:solidFill>
                  <a:srgbClr val="0083FF"/>
                </a:solidFill>
                <a:latin typeface="Arial" pitchFamily="34" charset="0"/>
                <a:ea typeface="Arial" pitchFamily="34" charset="-122"/>
                <a:cs typeface="Arial" pitchFamily="34" charset="-120"/>
              </a:rPr>
              <a:t> OData </a:t>
            </a:r>
            <a:r>
              <a:rPr lang="en-US" sz="1200" b="1">
                <a:solidFill>
                  <a:srgbClr val="0083FF"/>
                </a:solidFill>
                <a:latin typeface="Arial" pitchFamily="34" charset="0"/>
                <a:ea typeface="Arial" pitchFamily="34" charset="-122"/>
                <a:cs typeface="Arial" pitchFamily="34" charset="-120"/>
              </a:rPr>
              <a:t>filters</a:t>
            </a:r>
            <a:endParaRPr lang="en-US" sz="1800"/>
          </a:p>
        </p:txBody>
      </p:sp>
      <p:sp>
        <p:nvSpPr>
          <p:cNvPr id="42" name="Shape 39"/>
          <p:cNvSpPr/>
          <p:nvPr/>
        </p:nvSpPr>
        <p:spPr>
          <a:xfrm>
            <a:off x="3043287" y="7348140"/>
            <a:ext cx="304726" cy="38075"/>
          </a:xfrm>
          <a:prstGeom prst="rect">
            <a:avLst/>
          </a:prstGeom>
          <a:solidFill>
            <a:srgbClr val="0083FF"/>
          </a:solidFill>
          <a:ln/>
        </p:spPr>
        <p:txBody>
          <a:bodyPr/>
          <a:lstStyle/>
          <a:p>
            <a:endParaRPr lang="en-AU"/>
          </a:p>
        </p:txBody>
      </p:sp>
      <p:sp>
        <p:nvSpPr>
          <p:cNvPr id="43" name="Shape 40"/>
          <p:cNvSpPr/>
          <p:nvPr/>
        </p:nvSpPr>
        <p:spPr>
          <a:xfrm>
            <a:off x="4224486" y="6321971"/>
            <a:ext cx="6608961" cy="1538015"/>
          </a:xfrm>
          <a:prstGeom prst="roundRect">
            <a:avLst>
              <a:gd name="adj" fmla="val 7432"/>
            </a:avLst>
          </a:prstGeom>
          <a:ln w="23813">
            <a:solidFill>
              <a:srgbClr val="1E1E1E"/>
            </a:solidFill>
            <a:prstDash val="solid"/>
          </a:ln>
        </p:spPr>
        <p:txBody>
          <a:bodyPr/>
          <a:lstStyle/>
          <a:p>
            <a:endParaRPr lang="en-AU"/>
          </a:p>
        </p:txBody>
      </p:sp>
      <p:sp>
        <p:nvSpPr>
          <p:cNvPr id="44" name="Shape 41"/>
          <p:cNvSpPr/>
          <p:nvPr/>
        </p:nvSpPr>
        <p:spPr>
          <a:xfrm>
            <a:off x="4362524" y="6212458"/>
            <a:ext cx="2248545" cy="261937"/>
          </a:xfrm>
          <a:prstGeom prst="roundRect">
            <a:avLst>
              <a:gd name="adj" fmla="val 21818"/>
            </a:avLst>
          </a:prstGeom>
          <a:solidFill>
            <a:srgbClr val="1E1E1E"/>
          </a:solidFill>
          <a:ln/>
        </p:spPr>
        <p:txBody>
          <a:bodyPr/>
          <a:lstStyle/>
          <a:p>
            <a:endParaRPr lang="en-AU"/>
          </a:p>
        </p:txBody>
      </p:sp>
      <p:sp>
        <p:nvSpPr>
          <p:cNvPr id="45" name="Text 42"/>
          <p:cNvSpPr/>
          <p:nvPr/>
        </p:nvSpPr>
        <p:spPr>
          <a:xfrm>
            <a:off x="4438724" y="6212458"/>
            <a:ext cx="232099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BTP · SAP CPI</a:t>
            </a:r>
            <a:endParaRPr lang="en-US" sz="1800"/>
          </a:p>
        </p:txBody>
      </p:sp>
      <p:sp>
        <p:nvSpPr>
          <p:cNvPr id="46" name="Shape 43"/>
          <p:cNvSpPr/>
          <p:nvPr/>
        </p:nvSpPr>
        <p:spPr>
          <a:xfrm>
            <a:off x="4343549" y="6555259"/>
            <a:ext cx="6370836" cy="369838"/>
          </a:xfrm>
          <a:prstGeom prst="roundRect">
            <a:avLst>
              <a:gd name="adj" fmla="val 20604"/>
            </a:avLst>
          </a:prstGeom>
          <a:solidFill>
            <a:srgbClr val="FFFFFF"/>
          </a:solidFill>
          <a:ln w="15875">
            <a:solidFill>
              <a:srgbClr val="0083FF"/>
            </a:solidFill>
            <a:prstDash val="solid"/>
          </a:ln>
        </p:spPr>
        <p:txBody>
          <a:bodyPr/>
          <a:lstStyle/>
          <a:p>
            <a:endParaRPr lang="en-AU"/>
          </a:p>
        </p:txBody>
      </p:sp>
      <p:sp>
        <p:nvSpPr>
          <p:cNvPr id="47" name="Text 44"/>
          <p:cNvSpPr/>
          <p:nvPr/>
        </p:nvSpPr>
        <p:spPr>
          <a:xfrm>
            <a:off x="4454674" y="6609234"/>
            <a:ext cx="6339711" cy="29998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0083FF"/>
                </a:solidFill>
                <a:latin typeface="Arial" pitchFamily="34" charset="0"/>
                <a:ea typeface="Arial" pitchFamily="34" charset="-122"/>
                <a:cs typeface="Arial" pitchFamily="34" charset="-120"/>
              </a:rPr>
              <a:t>Registered queries: service orders · enterprise project</a:t>
            </a:r>
            <a:endParaRPr lang="en-US" sz="1800"/>
          </a:p>
        </p:txBody>
      </p:sp>
      <p:sp>
        <p:nvSpPr>
          <p:cNvPr id="48" name="Shape 45"/>
          <p:cNvSpPr/>
          <p:nvPr/>
        </p:nvSpPr>
        <p:spPr>
          <a:xfrm>
            <a:off x="4343549" y="6963171"/>
            <a:ext cx="6370836" cy="369838"/>
          </a:xfrm>
          <a:prstGeom prst="roundRect">
            <a:avLst>
              <a:gd name="adj" fmla="val 20604"/>
            </a:avLst>
          </a:prstGeom>
          <a:solidFill>
            <a:srgbClr val="FFFFFF"/>
          </a:solidFill>
          <a:ln w="15875">
            <a:solidFill>
              <a:srgbClr val="0083FF"/>
            </a:solidFill>
            <a:prstDash val="solid"/>
          </a:ln>
        </p:spPr>
        <p:txBody>
          <a:bodyPr/>
          <a:lstStyle/>
          <a:p>
            <a:endParaRPr lang="en-AU"/>
          </a:p>
        </p:txBody>
      </p:sp>
      <p:sp>
        <p:nvSpPr>
          <p:cNvPr id="49" name="Text 46"/>
          <p:cNvSpPr/>
          <p:nvPr/>
        </p:nvSpPr>
        <p:spPr>
          <a:xfrm>
            <a:off x="4454674" y="7017147"/>
            <a:ext cx="6339711" cy="29998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0083FF"/>
                </a:solidFill>
                <a:latin typeface="Arial" pitchFamily="34" charset="0"/>
                <a:ea typeface="Arial" pitchFamily="34" charset="-122"/>
                <a:cs typeface="Arial" pitchFamily="34" charset="-120"/>
              </a:rPr>
              <a:t>customer invoice · supplier invoice / RCTI payments</a:t>
            </a:r>
            <a:endParaRPr lang="en-US" sz="1800"/>
          </a:p>
        </p:txBody>
      </p:sp>
      <p:sp>
        <p:nvSpPr>
          <p:cNvPr id="50" name="Shape 47"/>
          <p:cNvSpPr/>
          <p:nvPr/>
        </p:nvSpPr>
        <p:spPr>
          <a:xfrm>
            <a:off x="4343549" y="7371085"/>
            <a:ext cx="6370836" cy="369838"/>
          </a:xfrm>
          <a:prstGeom prst="roundRect">
            <a:avLst>
              <a:gd name="adj" fmla="val 20604"/>
            </a:avLst>
          </a:prstGeom>
          <a:solidFill>
            <a:srgbClr val="FFFFFF"/>
          </a:solidFill>
          <a:ln w="15875">
            <a:solidFill>
              <a:srgbClr val="0083FF"/>
            </a:solidFill>
            <a:prstDash val="solid"/>
          </a:ln>
        </p:spPr>
        <p:txBody>
          <a:bodyPr/>
          <a:lstStyle/>
          <a:p>
            <a:endParaRPr lang="en-AU"/>
          </a:p>
        </p:txBody>
      </p:sp>
      <p:sp>
        <p:nvSpPr>
          <p:cNvPr id="51" name="Text 48"/>
          <p:cNvSpPr/>
          <p:nvPr/>
        </p:nvSpPr>
        <p:spPr>
          <a:xfrm>
            <a:off x="4454674" y="7425060"/>
            <a:ext cx="6339711" cy="29998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0083FF"/>
                </a:solidFill>
                <a:latin typeface="Arial" pitchFamily="34" charset="0"/>
                <a:ea typeface="Arial" pitchFamily="34" charset="-122"/>
                <a:cs typeface="Arial" pitchFamily="34" charset="-120"/>
              </a:rPr>
              <a:t>project time &amp; equipment usage · available stock · all PO</a:t>
            </a:r>
            <a:endParaRPr lang="en-US" sz="1800"/>
          </a:p>
        </p:txBody>
      </p:sp>
      <p:sp>
        <p:nvSpPr>
          <p:cNvPr id="52" name="Text 49"/>
          <p:cNvSpPr/>
          <p:nvPr/>
        </p:nvSpPr>
        <p:spPr>
          <a:xfrm>
            <a:off x="10890597" y="6795740"/>
            <a:ext cx="1460550" cy="561975"/>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0A7D5C"/>
                </a:solidFill>
                <a:latin typeface="Arial" pitchFamily="34" charset="0"/>
                <a:ea typeface="Arial" pitchFamily="34" charset="-122"/>
                <a:cs typeface="Arial" pitchFamily="34" charset="-120"/>
              </a:rPr>
              <a:t>passthrough </a:t>
            </a:r>
          </a:p>
          <a:p>
            <a:pPr marL="0" indent="0" algn="ctr">
              <a:buNone/>
            </a:pPr>
            <a:r>
              <a:rPr lang="en-US" sz="1800" b="1">
                <a:solidFill>
                  <a:srgbClr val="0A7D5C"/>
                </a:solidFill>
                <a:latin typeface="Arial" pitchFamily="34" charset="0"/>
                <a:ea typeface="Arial" pitchFamily="34" charset="-122"/>
                <a:cs typeface="Arial" pitchFamily="34" charset="-120"/>
              </a:rPr>
              <a:t>GET</a:t>
            </a:r>
            <a:endParaRPr lang="en-US" sz="1800"/>
          </a:p>
        </p:txBody>
      </p:sp>
      <p:sp>
        <p:nvSpPr>
          <p:cNvPr id="53" name="Shape 50"/>
          <p:cNvSpPr/>
          <p:nvPr/>
        </p:nvSpPr>
        <p:spPr>
          <a:xfrm>
            <a:off x="11468446" y="7348140"/>
            <a:ext cx="304726" cy="38075"/>
          </a:xfrm>
          <a:prstGeom prst="rect">
            <a:avLst/>
          </a:prstGeom>
          <a:solidFill>
            <a:srgbClr val="0A7D5C"/>
          </a:solidFill>
          <a:ln/>
        </p:spPr>
        <p:txBody>
          <a:bodyPr/>
          <a:lstStyle/>
          <a:p>
            <a:endParaRPr lang="en-AU"/>
          </a:p>
        </p:txBody>
      </p:sp>
      <p:sp>
        <p:nvSpPr>
          <p:cNvPr id="54" name="Shape 51"/>
          <p:cNvSpPr/>
          <p:nvPr/>
        </p:nvSpPr>
        <p:spPr>
          <a:xfrm>
            <a:off x="12408296" y="6691808"/>
            <a:ext cx="3047876" cy="798339"/>
          </a:xfrm>
          <a:prstGeom prst="roundRect">
            <a:avLst>
              <a:gd name="adj" fmla="val 14317"/>
            </a:avLst>
          </a:prstGeom>
          <a:ln w="23813">
            <a:solidFill>
              <a:srgbClr val="1E1E1E"/>
            </a:solidFill>
            <a:prstDash val="solid"/>
          </a:ln>
        </p:spPr>
        <p:txBody>
          <a:bodyPr/>
          <a:lstStyle/>
          <a:p>
            <a:endParaRPr lang="en-AU"/>
          </a:p>
        </p:txBody>
      </p:sp>
      <p:sp>
        <p:nvSpPr>
          <p:cNvPr id="55" name="Shape 52"/>
          <p:cNvSpPr/>
          <p:nvPr/>
        </p:nvSpPr>
        <p:spPr>
          <a:xfrm>
            <a:off x="12546334" y="6582296"/>
            <a:ext cx="1494482" cy="261937"/>
          </a:xfrm>
          <a:prstGeom prst="roundRect">
            <a:avLst>
              <a:gd name="adj" fmla="val 21818"/>
            </a:avLst>
          </a:prstGeom>
          <a:solidFill>
            <a:srgbClr val="1E1E1E"/>
          </a:solidFill>
          <a:ln/>
        </p:spPr>
        <p:txBody>
          <a:bodyPr/>
          <a:lstStyle/>
          <a:p>
            <a:endParaRPr lang="en-AU"/>
          </a:p>
        </p:txBody>
      </p:sp>
      <p:sp>
        <p:nvSpPr>
          <p:cNvPr id="56" name="Text 53"/>
          <p:cNvSpPr/>
          <p:nvPr/>
        </p:nvSpPr>
        <p:spPr>
          <a:xfrm>
            <a:off x="12622534" y="6582296"/>
            <a:ext cx="1491531"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CLOUD</a:t>
            </a:r>
            <a:endParaRPr lang="en-US" sz="1800"/>
          </a:p>
        </p:txBody>
      </p:sp>
      <p:sp>
        <p:nvSpPr>
          <p:cNvPr id="57" name="Shape 54"/>
          <p:cNvSpPr/>
          <p:nvPr/>
        </p:nvSpPr>
        <p:spPr>
          <a:xfrm>
            <a:off x="12527359" y="6925096"/>
            <a:ext cx="2809751" cy="445988"/>
          </a:xfrm>
          <a:prstGeom prst="roundRect">
            <a:avLst>
              <a:gd name="adj" fmla="val 17086"/>
            </a:avLst>
          </a:prstGeom>
          <a:solidFill>
            <a:srgbClr val="F4F6F8"/>
          </a:solidFill>
          <a:ln w="15875">
            <a:solidFill>
              <a:srgbClr val="1E1E1E"/>
            </a:solidFill>
            <a:prstDash val="solid"/>
          </a:ln>
        </p:spPr>
        <p:txBody>
          <a:bodyPr/>
          <a:lstStyle/>
          <a:p>
            <a:endParaRPr lang="en-AU"/>
          </a:p>
        </p:txBody>
      </p:sp>
      <p:sp>
        <p:nvSpPr>
          <p:cNvPr id="58" name="Text 55"/>
          <p:cNvSpPr/>
          <p:nvPr/>
        </p:nvSpPr>
        <p:spPr>
          <a:xfrm>
            <a:off x="12657534" y="7017172"/>
            <a:ext cx="2633693"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S/4HANA released APIs</a:t>
            </a:r>
            <a:endParaRPr lang="en-US" sz="1800"/>
          </a:p>
        </p:txBody>
      </p:sp>
      <p:sp>
        <p:nvSpPr>
          <p:cNvPr id="59" name="Text 56"/>
          <p:cNvSpPr/>
          <p:nvPr/>
        </p:nvSpPr>
        <p:spPr>
          <a:xfrm>
            <a:off x="1033363" y="8401199"/>
            <a:ext cx="16707911" cy="561975"/>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One address, a registered query per system, keyed by contract ID and FSM job number. </a:t>
            </a:r>
          </a:p>
          <a:p>
            <a:pPr marL="0" indent="0" algn="l">
              <a:buNone/>
            </a:pPr>
            <a:r>
              <a:rPr lang="en-US" sz="1800">
                <a:solidFill>
                  <a:srgbClr val="5A6470"/>
                </a:solidFill>
                <a:latin typeface="Arial" pitchFamily="34" charset="0"/>
                <a:ea typeface="Arial" pitchFamily="34" charset="-122"/>
                <a:cs typeface="Arial" pitchFamily="34" charset="-120"/>
              </a:rPr>
              <a:t>JAMS calls it on its own schedule, so </a:t>
            </a:r>
            <a:r>
              <a:rPr lang="en-US" sz="1800" b="1">
                <a:solidFill>
                  <a:srgbClr val="0A7D5C"/>
                </a:solidFill>
                <a:latin typeface="Arial" pitchFamily="34" charset="0"/>
                <a:ea typeface="Arial" pitchFamily="34" charset="-122"/>
                <a:cs typeface="Arial" pitchFamily="34" charset="-120"/>
              </a:rPr>
              <a:t>S/4 and JAMS keep running independently </a:t>
            </a:r>
            <a:r>
              <a:rPr lang="en-US" sz="1800">
                <a:solidFill>
                  <a:srgbClr val="5A6470"/>
                </a:solidFill>
                <a:latin typeface="Arial" pitchFamily="34" charset="0"/>
                <a:ea typeface="Arial" pitchFamily="34" charset="-122"/>
                <a:cs typeface="Arial" pitchFamily="34" charset="-120"/>
              </a:rPr>
              <a:t>.</a:t>
            </a:r>
            <a:endParaRPr lang="en-US"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62000" y="476250"/>
            <a:ext cx="857250" cy="76150"/>
          </a:xfrm>
          <a:prstGeom prst="rect">
            <a:avLst/>
          </a:prstGeom>
          <a:solidFill>
            <a:srgbClr val="17E09C"/>
          </a:solidFill>
          <a:ln/>
        </p:spPr>
        <p:txBody>
          <a:bodyPr/>
          <a:lstStyle/>
          <a:p>
            <a:endParaRPr lang="en-AU"/>
          </a:p>
        </p:txBody>
      </p:sp>
      <p:sp>
        <p:nvSpPr>
          <p:cNvPr id="3" name="Text 1"/>
          <p:cNvSpPr/>
          <p:nvPr/>
        </p:nvSpPr>
        <p:spPr>
          <a:xfrm>
            <a:off x="762000" y="704701"/>
            <a:ext cx="15731393" cy="506412"/>
          </a:xfrm>
          <a:prstGeom prst="rect">
            <a:avLst/>
          </a:prstGeom>
          <a:noFill/>
          <a:ln/>
        </p:spPr>
        <p:txBody>
          <a:bodyPr wrap="square" lIns="25400" tIns="25400" rIns="25400" bIns="25400" rtlCol="0" anchor="t">
            <a:normAutofit fontScale="92500"/>
          </a:bodyPr>
          <a:lstStyle/>
          <a:p>
            <a:pPr marL="0" indent="0" algn="l">
              <a:buNone/>
            </a:pPr>
            <a:r>
              <a:rPr lang="en-US" sz="3150" b="1">
                <a:solidFill>
                  <a:srgbClr val="1E1E1E"/>
                </a:solidFill>
                <a:latin typeface="Arial" pitchFamily="34" charset="0"/>
                <a:ea typeface="Arial" pitchFamily="34" charset="-122"/>
                <a:cs typeface="Arial" pitchFamily="34" charset="-120"/>
              </a:rPr>
              <a:t>Not Recommended Option – New Database Equivalent to the Jobpac Data Warehouse</a:t>
            </a:r>
            <a:endParaRPr lang="en-US" sz="3150"/>
          </a:p>
        </p:txBody>
      </p:sp>
      <p:sp>
        <p:nvSpPr>
          <p:cNvPr id="4" name="Text 2"/>
          <p:cNvSpPr/>
          <p:nvPr/>
        </p:nvSpPr>
        <p:spPr>
          <a:xfrm>
            <a:off x="762000" y="1230064"/>
            <a:ext cx="15731393" cy="307975"/>
          </a:xfrm>
          <a:prstGeom prst="rect">
            <a:avLst/>
          </a:prstGeom>
          <a:noFill/>
          <a:ln/>
        </p:spPr>
        <p:txBody>
          <a:bodyPr wrap="square" lIns="25400" tIns="25400" rIns="25400" bIns="25400" rtlCol="0" anchor="t">
            <a:normAutofit lnSpcReduction="10000"/>
          </a:bodyPr>
          <a:lstStyle/>
          <a:p>
            <a:pPr marL="0" indent="0" algn="l">
              <a:buNone/>
            </a:pPr>
            <a:r>
              <a:rPr lang="en-US" sz="1875">
                <a:solidFill>
                  <a:srgbClr val="5A6470"/>
                </a:solidFill>
                <a:latin typeface="Arial" pitchFamily="34" charset="0"/>
                <a:ea typeface="Arial" pitchFamily="34" charset="-122"/>
                <a:cs typeface="Arial" pitchFamily="34" charset="-120"/>
              </a:rPr>
              <a:t>The same data reaches JAMS either way. This option is not recommended on ownership and long-term cost, not on technical grounds.</a:t>
            </a:r>
            <a:endParaRPr lang="en-US" sz="1875"/>
          </a:p>
        </p:txBody>
      </p:sp>
      <p:pic>
        <p:nvPicPr>
          <p:cNvPr id="5" name="Image 0" descr="preencoded.png"/>
          <p:cNvPicPr>
            <a:picLocks noChangeAspect="1"/>
          </p:cNvPicPr>
          <p:nvPr/>
        </p:nvPicPr>
        <p:blipFill>
          <a:blip r:embed="rId3"/>
          <a:stretch>
            <a:fillRect/>
          </a:stretch>
        </p:blipFill>
        <p:spPr>
          <a:xfrm>
            <a:off x="16188779" y="476250"/>
            <a:ext cx="1337221" cy="419075"/>
          </a:xfrm>
          <a:prstGeom prst="rect">
            <a:avLst/>
          </a:prstGeom>
        </p:spPr>
      </p:pic>
      <p:sp>
        <p:nvSpPr>
          <p:cNvPr id="6" name="Shape 3"/>
          <p:cNvSpPr/>
          <p:nvPr/>
        </p:nvSpPr>
        <p:spPr>
          <a:xfrm>
            <a:off x="762000" y="1747490"/>
            <a:ext cx="16764000" cy="8158510"/>
          </a:xfrm>
          <a:prstGeom prst="roundRect">
            <a:avLst>
              <a:gd name="adj" fmla="val 1401"/>
            </a:avLst>
          </a:prstGeom>
          <a:ln w="23813">
            <a:solidFill>
              <a:srgbClr val="D9DEE4"/>
            </a:solidFill>
            <a:prstDash val="solid"/>
          </a:ln>
        </p:spPr>
        <p:txBody>
          <a:bodyPr/>
          <a:lstStyle/>
          <a:p>
            <a:endParaRPr lang="en-AU"/>
          </a:p>
        </p:txBody>
      </p:sp>
      <p:sp>
        <p:nvSpPr>
          <p:cNvPr id="7" name="Text 4"/>
          <p:cNvSpPr/>
          <p:nvPr/>
        </p:nvSpPr>
        <p:spPr>
          <a:xfrm>
            <a:off x="1109638" y="2057053"/>
            <a:ext cx="10613243" cy="387350"/>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0083FF"/>
                </a:solidFill>
                <a:latin typeface="Arial" pitchFamily="34" charset="0"/>
                <a:ea typeface="Arial" pitchFamily="34" charset="-122"/>
                <a:cs typeface="Arial" pitchFamily="34" charset="-120"/>
              </a:rPr>
              <a:t>Option A – new database equivalent to the Jobpac data warehouse</a:t>
            </a:r>
            <a:endParaRPr lang="en-US" sz="2400"/>
          </a:p>
        </p:txBody>
      </p:sp>
      <p:sp>
        <p:nvSpPr>
          <p:cNvPr id="8" name="Shape 5"/>
          <p:cNvSpPr/>
          <p:nvPr/>
        </p:nvSpPr>
        <p:spPr>
          <a:xfrm>
            <a:off x="10887662" y="1976883"/>
            <a:ext cx="2557116" cy="462732"/>
          </a:xfrm>
          <a:prstGeom prst="roundRect">
            <a:avLst>
              <a:gd name="adj" fmla="val 50000"/>
            </a:avLst>
          </a:prstGeom>
          <a:solidFill>
            <a:srgbClr val="D32F2F"/>
          </a:solidFill>
          <a:ln/>
        </p:spPr>
        <p:txBody>
          <a:bodyPr/>
          <a:lstStyle/>
          <a:p>
            <a:endParaRPr lang="en-AU"/>
          </a:p>
        </p:txBody>
      </p:sp>
      <p:sp>
        <p:nvSpPr>
          <p:cNvPr id="9" name="Text 6"/>
          <p:cNvSpPr/>
          <p:nvPr/>
        </p:nvSpPr>
        <p:spPr>
          <a:xfrm>
            <a:off x="11043691" y="2100734"/>
            <a:ext cx="2687091" cy="29998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Not Recommended</a:t>
            </a:r>
            <a:endParaRPr lang="en-US" sz="1800"/>
          </a:p>
        </p:txBody>
      </p:sp>
      <p:sp>
        <p:nvSpPr>
          <p:cNvPr id="10" name="Shape 7"/>
          <p:cNvSpPr/>
          <p:nvPr/>
        </p:nvSpPr>
        <p:spPr>
          <a:xfrm>
            <a:off x="1109638" y="3787428"/>
            <a:ext cx="1501800" cy="798339"/>
          </a:xfrm>
          <a:prstGeom prst="roundRect">
            <a:avLst>
              <a:gd name="adj" fmla="val 14317"/>
            </a:avLst>
          </a:prstGeom>
          <a:ln w="23813">
            <a:solidFill>
              <a:srgbClr val="1E1E1E"/>
            </a:solidFill>
            <a:prstDash val="solid"/>
          </a:ln>
        </p:spPr>
        <p:txBody>
          <a:bodyPr/>
          <a:lstStyle/>
          <a:p>
            <a:endParaRPr lang="en-AU"/>
          </a:p>
        </p:txBody>
      </p:sp>
      <p:sp>
        <p:nvSpPr>
          <p:cNvPr id="11" name="Shape 8"/>
          <p:cNvSpPr/>
          <p:nvPr/>
        </p:nvSpPr>
        <p:spPr>
          <a:xfrm>
            <a:off x="1247676" y="3677915"/>
            <a:ext cx="1494482" cy="261937"/>
          </a:xfrm>
          <a:prstGeom prst="roundRect">
            <a:avLst>
              <a:gd name="adj" fmla="val 21818"/>
            </a:avLst>
          </a:prstGeom>
          <a:solidFill>
            <a:srgbClr val="1E1E1E"/>
          </a:solidFill>
          <a:ln/>
        </p:spPr>
        <p:txBody>
          <a:bodyPr/>
          <a:lstStyle/>
          <a:p>
            <a:endParaRPr lang="en-AU"/>
          </a:p>
        </p:txBody>
      </p:sp>
      <p:sp>
        <p:nvSpPr>
          <p:cNvPr id="12" name="Text 9"/>
          <p:cNvSpPr/>
          <p:nvPr/>
        </p:nvSpPr>
        <p:spPr>
          <a:xfrm>
            <a:off x="1323876" y="3677915"/>
            <a:ext cx="1491531"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CLOUD</a:t>
            </a:r>
            <a:endParaRPr lang="en-US" sz="1800"/>
          </a:p>
        </p:txBody>
      </p:sp>
      <p:sp>
        <p:nvSpPr>
          <p:cNvPr id="13" name="Shape 10"/>
          <p:cNvSpPr/>
          <p:nvPr/>
        </p:nvSpPr>
        <p:spPr>
          <a:xfrm>
            <a:off x="1228700" y="4020716"/>
            <a:ext cx="1263675" cy="445988"/>
          </a:xfrm>
          <a:prstGeom prst="roundRect">
            <a:avLst>
              <a:gd name="adj" fmla="val 17086"/>
            </a:avLst>
          </a:prstGeom>
          <a:solidFill>
            <a:srgbClr val="F4F6F8"/>
          </a:solidFill>
          <a:ln w="15875">
            <a:solidFill>
              <a:srgbClr val="1E1E1E"/>
            </a:solidFill>
            <a:prstDash val="solid"/>
          </a:ln>
        </p:spPr>
        <p:txBody>
          <a:bodyPr/>
          <a:lstStyle/>
          <a:p>
            <a:endParaRPr lang="en-AU"/>
          </a:p>
        </p:txBody>
      </p:sp>
      <p:sp>
        <p:nvSpPr>
          <p:cNvPr id="14" name="Text 11"/>
          <p:cNvSpPr/>
          <p:nvPr/>
        </p:nvSpPr>
        <p:spPr>
          <a:xfrm>
            <a:off x="1358875" y="4112791"/>
            <a:ext cx="1079525"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S/4HANA</a:t>
            </a:r>
            <a:endParaRPr lang="en-US" sz="1800"/>
          </a:p>
        </p:txBody>
      </p:sp>
      <p:sp>
        <p:nvSpPr>
          <p:cNvPr id="15" name="Text 12"/>
          <p:cNvSpPr/>
          <p:nvPr/>
        </p:nvSpPr>
        <p:spPr>
          <a:xfrm>
            <a:off x="2668587" y="3891359"/>
            <a:ext cx="1206922" cy="561975"/>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0A7D5C"/>
                </a:solidFill>
                <a:latin typeface="Arial" pitchFamily="34" charset="0"/>
                <a:ea typeface="Arial" pitchFamily="34" charset="-122"/>
                <a:cs typeface="Arial" pitchFamily="34" charset="-120"/>
              </a:rPr>
              <a:t>scheduled </a:t>
            </a:r>
          </a:p>
          <a:p>
            <a:pPr marL="0" indent="0" algn="ctr">
              <a:buNone/>
            </a:pPr>
            <a:r>
              <a:rPr lang="en-US" sz="1800" b="1">
                <a:solidFill>
                  <a:srgbClr val="0A7D5C"/>
                </a:solidFill>
                <a:latin typeface="Arial" pitchFamily="34" charset="0"/>
                <a:ea typeface="Arial" pitchFamily="34" charset="-122"/>
                <a:cs typeface="Arial" pitchFamily="34" charset="-120"/>
              </a:rPr>
              <a:t>extract</a:t>
            </a:r>
            <a:endParaRPr lang="en-US" sz="1800"/>
          </a:p>
        </p:txBody>
      </p:sp>
      <p:sp>
        <p:nvSpPr>
          <p:cNvPr id="16" name="Shape 13"/>
          <p:cNvSpPr/>
          <p:nvPr/>
        </p:nvSpPr>
        <p:spPr>
          <a:xfrm>
            <a:off x="3119685" y="4443760"/>
            <a:ext cx="304726" cy="38075"/>
          </a:xfrm>
          <a:prstGeom prst="rect">
            <a:avLst/>
          </a:prstGeom>
          <a:solidFill>
            <a:srgbClr val="0A7D5C"/>
          </a:solidFill>
          <a:ln/>
        </p:spPr>
        <p:txBody>
          <a:bodyPr/>
          <a:lstStyle/>
          <a:p>
            <a:endParaRPr lang="en-AU"/>
          </a:p>
        </p:txBody>
      </p:sp>
      <p:sp>
        <p:nvSpPr>
          <p:cNvPr id="17" name="Shape 14"/>
          <p:cNvSpPr/>
          <p:nvPr/>
        </p:nvSpPr>
        <p:spPr>
          <a:xfrm>
            <a:off x="3932659" y="3803303"/>
            <a:ext cx="1546076" cy="766589"/>
          </a:xfrm>
          <a:prstGeom prst="roundRect">
            <a:avLst>
              <a:gd name="adj" fmla="val 14910"/>
            </a:avLst>
          </a:prstGeom>
          <a:ln w="23813">
            <a:solidFill>
              <a:srgbClr val="1E1E1E"/>
            </a:solidFill>
            <a:prstDash val="solid"/>
          </a:ln>
        </p:spPr>
        <p:txBody>
          <a:bodyPr/>
          <a:lstStyle/>
          <a:p>
            <a:endParaRPr lang="en-AU"/>
          </a:p>
        </p:txBody>
      </p:sp>
      <p:sp>
        <p:nvSpPr>
          <p:cNvPr id="18" name="Shape 15"/>
          <p:cNvSpPr/>
          <p:nvPr/>
        </p:nvSpPr>
        <p:spPr>
          <a:xfrm>
            <a:off x="4070697" y="3693790"/>
            <a:ext cx="2248545" cy="261937"/>
          </a:xfrm>
          <a:prstGeom prst="roundRect">
            <a:avLst>
              <a:gd name="adj" fmla="val 21818"/>
            </a:avLst>
          </a:prstGeom>
          <a:solidFill>
            <a:srgbClr val="1E1E1E"/>
          </a:solidFill>
          <a:ln/>
        </p:spPr>
        <p:txBody>
          <a:bodyPr/>
          <a:lstStyle/>
          <a:p>
            <a:endParaRPr lang="en-AU"/>
          </a:p>
        </p:txBody>
      </p:sp>
      <p:sp>
        <p:nvSpPr>
          <p:cNvPr id="19" name="Text 16"/>
          <p:cNvSpPr/>
          <p:nvPr/>
        </p:nvSpPr>
        <p:spPr>
          <a:xfrm>
            <a:off x="4146897" y="3693790"/>
            <a:ext cx="232099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SAP BTP · SAP CPI</a:t>
            </a:r>
            <a:endParaRPr lang="en-US" sz="1800"/>
          </a:p>
        </p:txBody>
      </p:sp>
      <p:sp>
        <p:nvSpPr>
          <p:cNvPr id="20" name="Shape 17"/>
          <p:cNvSpPr/>
          <p:nvPr/>
        </p:nvSpPr>
        <p:spPr>
          <a:xfrm>
            <a:off x="4051722" y="4036591"/>
            <a:ext cx="1307951" cy="414238"/>
          </a:xfrm>
          <a:prstGeom prst="roundRect">
            <a:avLst>
              <a:gd name="adj" fmla="val 18395"/>
            </a:avLst>
          </a:prstGeom>
          <a:solidFill>
            <a:srgbClr val="1E1E1E"/>
          </a:solidFill>
          <a:ln/>
        </p:spPr>
        <p:txBody>
          <a:bodyPr/>
          <a:lstStyle/>
          <a:p>
            <a:endParaRPr lang="en-AU"/>
          </a:p>
        </p:txBody>
      </p:sp>
      <p:sp>
        <p:nvSpPr>
          <p:cNvPr id="21" name="Text 18"/>
          <p:cNvSpPr/>
          <p:nvPr/>
        </p:nvSpPr>
        <p:spPr>
          <a:xfrm>
            <a:off x="4166022" y="4112791"/>
            <a:ext cx="1155551"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Load jobs</a:t>
            </a:r>
            <a:endParaRPr lang="en-US" sz="1800"/>
          </a:p>
        </p:txBody>
      </p:sp>
      <p:sp>
        <p:nvSpPr>
          <p:cNvPr id="22" name="Text 19"/>
          <p:cNvSpPr/>
          <p:nvPr/>
        </p:nvSpPr>
        <p:spPr>
          <a:xfrm>
            <a:off x="5535885" y="4022328"/>
            <a:ext cx="609749" cy="300038"/>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D32F2F"/>
                </a:solidFill>
                <a:latin typeface="Arial" pitchFamily="34" charset="0"/>
                <a:ea typeface="Arial" pitchFamily="34" charset="-122"/>
                <a:cs typeface="Arial" pitchFamily="34" charset="-120"/>
              </a:rPr>
              <a:t>write</a:t>
            </a:r>
            <a:endParaRPr lang="en-US" sz="1800"/>
          </a:p>
        </p:txBody>
      </p:sp>
      <p:sp>
        <p:nvSpPr>
          <p:cNvPr id="23" name="Shape 20"/>
          <p:cNvSpPr/>
          <p:nvPr/>
        </p:nvSpPr>
        <p:spPr>
          <a:xfrm>
            <a:off x="5688335" y="4312791"/>
            <a:ext cx="304726" cy="38075"/>
          </a:xfrm>
          <a:prstGeom prst="rect">
            <a:avLst/>
          </a:prstGeom>
          <a:solidFill>
            <a:srgbClr val="D32F2F"/>
          </a:solidFill>
          <a:ln/>
        </p:spPr>
        <p:txBody>
          <a:bodyPr/>
          <a:lstStyle/>
          <a:p>
            <a:endParaRPr lang="en-AU"/>
          </a:p>
        </p:txBody>
      </p:sp>
      <p:sp>
        <p:nvSpPr>
          <p:cNvPr id="24" name="Shape 21"/>
          <p:cNvSpPr/>
          <p:nvPr/>
        </p:nvSpPr>
        <p:spPr>
          <a:xfrm>
            <a:off x="6336109" y="3787428"/>
            <a:ext cx="6062886" cy="798339"/>
          </a:xfrm>
          <a:prstGeom prst="roundRect">
            <a:avLst>
              <a:gd name="adj" fmla="val 14317"/>
            </a:avLst>
          </a:prstGeom>
          <a:solidFill>
            <a:srgbClr val="FFF9F8"/>
          </a:solidFill>
          <a:ln w="23813">
            <a:solidFill>
              <a:srgbClr val="D32F2F"/>
            </a:solidFill>
            <a:prstDash val="solid"/>
          </a:ln>
        </p:spPr>
        <p:txBody>
          <a:bodyPr/>
          <a:lstStyle/>
          <a:p>
            <a:endParaRPr lang="en-AU"/>
          </a:p>
        </p:txBody>
      </p:sp>
      <p:sp>
        <p:nvSpPr>
          <p:cNvPr id="25" name="Shape 22"/>
          <p:cNvSpPr/>
          <p:nvPr/>
        </p:nvSpPr>
        <p:spPr>
          <a:xfrm>
            <a:off x="6474147" y="3677915"/>
            <a:ext cx="2531566" cy="261937"/>
          </a:xfrm>
          <a:prstGeom prst="roundRect">
            <a:avLst>
              <a:gd name="adj" fmla="val 21818"/>
            </a:avLst>
          </a:prstGeom>
          <a:solidFill>
            <a:srgbClr val="D32F2F"/>
          </a:solidFill>
          <a:ln/>
        </p:spPr>
        <p:txBody>
          <a:bodyPr/>
          <a:lstStyle/>
          <a:p>
            <a:endParaRPr lang="en-AU"/>
          </a:p>
        </p:txBody>
      </p:sp>
      <p:sp>
        <p:nvSpPr>
          <p:cNvPr id="26" name="Text 23"/>
          <p:cNvSpPr/>
          <p:nvPr/>
        </p:nvSpPr>
        <p:spPr>
          <a:xfrm>
            <a:off x="6550347" y="3677915"/>
            <a:ext cx="2632323"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NEW STORE TO OWN</a:t>
            </a:r>
            <a:endParaRPr lang="en-US" sz="1800"/>
          </a:p>
        </p:txBody>
      </p:sp>
      <p:sp>
        <p:nvSpPr>
          <p:cNvPr id="27" name="Shape 24"/>
          <p:cNvSpPr/>
          <p:nvPr/>
        </p:nvSpPr>
        <p:spPr>
          <a:xfrm>
            <a:off x="6455172" y="4020716"/>
            <a:ext cx="5824761" cy="445988"/>
          </a:xfrm>
          <a:prstGeom prst="roundRect">
            <a:avLst>
              <a:gd name="adj" fmla="val 17086"/>
            </a:avLst>
          </a:prstGeom>
          <a:solidFill>
            <a:srgbClr val="FFF1F0"/>
          </a:solidFill>
          <a:ln w="15875">
            <a:solidFill>
              <a:srgbClr val="D32F2F"/>
            </a:solidFill>
            <a:prstDash val="solid"/>
          </a:ln>
        </p:spPr>
        <p:txBody>
          <a:bodyPr/>
          <a:lstStyle/>
          <a:p>
            <a:endParaRPr lang="en-AU"/>
          </a:p>
        </p:txBody>
      </p:sp>
      <p:sp>
        <p:nvSpPr>
          <p:cNvPr id="28" name="Text 25"/>
          <p:cNvSpPr/>
          <p:nvPr/>
        </p:nvSpPr>
        <p:spPr>
          <a:xfrm>
            <a:off x="6585347" y="4112791"/>
            <a:ext cx="5739154"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D32F2F"/>
                </a:solidFill>
                <a:latin typeface="Arial" pitchFamily="34" charset="0"/>
                <a:ea typeface="Arial" pitchFamily="34" charset="-122"/>
                <a:cs typeface="Arial" pitchFamily="34" charset="-120"/>
              </a:rPr>
              <a:t>New database – Jobpac data warehouse equivalent</a:t>
            </a:r>
            <a:endParaRPr lang="en-US" sz="1800"/>
          </a:p>
        </p:txBody>
      </p:sp>
      <p:sp>
        <p:nvSpPr>
          <p:cNvPr id="29" name="Text 26"/>
          <p:cNvSpPr/>
          <p:nvPr/>
        </p:nvSpPr>
        <p:spPr>
          <a:xfrm>
            <a:off x="12456144" y="3891359"/>
            <a:ext cx="1274638" cy="561975"/>
          </a:xfrm>
          <a:prstGeom prst="rect">
            <a:avLst/>
          </a:prstGeom>
          <a:noFill/>
          <a:ln/>
        </p:spPr>
        <p:txBody>
          <a:bodyPr wrap="none" lIns="25400" tIns="25400" rIns="25400" bIns="25400" rtlCol="0" anchor="t">
            <a:normAutofit lnSpcReduction="10000"/>
          </a:bodyPr>
          <a:lstStyle/>
          <a:p>
            <a:pPr marL="0" indent="0" algn="ctr">
              <a:buNone/>
            </a:pPr>
            <a:r>
              <a:rPr lang="en-US" sz="1800" b="1">
                <a:solidFill>
                  <a:srgbClr val="5A6470"/>
                </a:solidFill>
                <a:latin typeface="Arial" pitchFamily="34" charset="0"/>
                <a:ea typeface="Arial" pitchFamily="34" charset="-122"/>
                <a:cs typeface="Arial" pitchFamily="34" charset="-120"/>
              </a:rPr>
              <a:t>SQL query, </a:t>
            </a:r>
          </a:p>
          <a:p>
            <a:pPr marL="0" indent="0" algn="ctr">
              <a:buNone/>
            </a:pPr>
            <a:r>
              <a:rPr lang="en-US" sz="1800" b="1">
                <a:solidFill>
                  <a:srgbClr val="5A6470"/>
                </a:solidFill>
                <a:latin typeface="Arial" pitchFamily="34" charset="0"/>
                <a:ea typeface="Arial" pitchFamily="34" charset="-122"/>
                <a:cs typeface="Arial" pitchFamily="34" charset="-120"/>
              </a:rPr>
              <a:t>as today</a:t>
            </a:r>
            <a:endParaRPr lang="en-US" sz="1800"/>
          </a:p>
        </p:txBody>
      </p:sp>
      <p:sp>
        <p:nvSpPr>
          <p:cNvPr id="30" name="Shape 27"/>
          <p:cNvSpPr/>
          <p:nvPr/>
        </p:nvSpPr>
        <p:spPr>
          <a:xfrm>
            <a:off x="12941101" y="4443760"/>
            <a:ext cx="304726" cy="38075"/>
          </a:xfrm>
          <a:prstGeom prst="rect">
            <a:avLst/>
          </a:prstGeom>
          <a:solidFill>
            <a:srgbClr val="5A6470"/>
          </a:solidFill>
          <a:ln/>
        </p:spPr>
        <p:txBody>
          <a:bodyPr/>
          <a:lstStyle/>
          <a:p>
            <a:endParaRPr lang="en-AU"/>
          </a:p>
        </p:txBody>
      </p:sp>
      <p:sp>
        <p:nvSpPr>
          <p:cNvPr id="31" name="Shape 28"/>
          <p:cNvSpPr/>
          <p:nvPr/>
        </p:nvSpPr>
        <p:spPr>
          <a:xfrm>
            <a:off x="13787933" y="3787428"/>
            <a:ext cx="1133450" cy="798339"/>
          </a:xfrm>
          <a:prstGeom prst="roundRect">
            <a:avLst>
              <a:gd name="adj" fmla="val 14317"/>
            </a:avLst>
          </a:prstGeom>
          <a:ln w="23813">
            <a:solidFill>
              <a:srgbClr val="5A6470"/>
            </a:solidFill>
            <a:prstDash val="solid"/>
          </a:ln>
        </p:spPr>
        <p:txBody>
          <a:bodyPr/>
          <a:lstStyle/>
          <a:p>
            <a:endParaRPr lang="en-AU"/>
          </a:p>
        </p:txBody>
      </p:sp>
      <p:sp>
        <p:nvSpPr>
          <p:cNvPr id="32" name="Shape 29"/>
          <p:cNvSpPr/>
          <p:nvPr/>
        </p:nvSpPr>
        <p:spPr>
          <a:xfrm>
            <a:off x="13925971" y="3677915"/>
            <a:ext cx="1816199" cy="261937"/>
          </a:xfrm>
          <a:prstGeom prst="roundRect">
            <a:avLst>
              <a:gd name="adj" fmla="val 21818"/>
            </a:avLst>
          </a:prstGeom>
          <a:solidFill>
            <a:srgbClr val="5A6470"/>
          </a:solidFill>
          <a:ln/>
        </p:spPr>
        <p:txBody>
          <a:bodyPr/>
          <a:lstStyle/>
          <a:p>
            <a:endParaRPr lang="en-AU"/>
          </a:p>
        </p:txBody>
      </p:sp>
      <p:sp>
        <p:nvSpPr>
          <p:cNvPr id="33" name="Text 30"/>
          <p:cNvSpPr/>
          <p:nvPr/>
        </p:nvSpPr>
        <p:spPr>
          <a:xfrm>
            <a:off x="14002171" y="3677915"/>
            <a:ext cx="1845419" cy="3000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FIELD SYSTEM</a:t>
            </a:r>
            <a:endParaRPr lang="en-US" sz="1800"/>
          </a:p>
        </p:txBody>
      </p:sp>
      <p:sp>
        <p:nvSpPr>
          <p:cNvPr id="34" name="Shape 31"/>
          <p:cNvSpPr/>
          <p:nvPr/>
        </p:nvSpPr>
        <p:spPr>
          <a:xfrm>
            <a:off x="13906995" y="4020716"/>
            <a:ext cx="895325" cy="445988"/>
          </a:xfrm>
          <a:prstGeom prst="roundRect">
            <a:avLst>
              <a:gd name="adj" fmla="val 17086"/>
            </a:avLst>
          </a:prstGeom>
          <a:solidFill>
            <a:srgbClr val="F4F6F8"/>
          </a:solidFill>
          <a:ln w="15875">
            <a:solidFill>
              <a:srgbClr val="5A6470"/>
            </a:solidFill>
            <a:prstDash val="solid"/>
          </a:ln>
        </p:spPr>
        <p:txBody>
          <a:bodyPr/>
          <a:lstStyle/>
          <a:p>
            <a:endParaRPr lang="en-AU"/>
          </a:p>
        </p:txBody>
      </p:sp>
      <p:sp>
        <p:nvSpPr>
          <p:cNvPr id="35" name="Text 32"/>
          <p:cNvSpPr/>
          <p:nvPr/>
        </p:nvSpPr>
        <p:spPr>
          <a:xfrm>
            <a:off x="14037170" y="4112791"/>
            <a:ext cx="711175" cy="299938"/>
          </a:xfrm>
          <a:prstGeom prst="rect">
            <a:avLst/>
          </a:prstGeom>
          <a:noFill/>
          <a:ln/>
        </p:spPr>
        <p:txBody>
          <a:bodyPr wrap="non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JAMS</a:t>
            </a:r>
            <a:endParaRPr lang="en-US" sz="1800"/>
          </a:p>
        </p:txBody>
      </p:sp>
      <p:sp>
        <p:nvSpPr>
          <p:cNvPr id="36" name="Text 33"/>
          <p:cNvSpPr/>
          <p:nvPr/>
        </p:nvSpPr>
        <p:spPr>
          <a:xfrm>
            <a:off x="1092159" y="5321151"/>
            <a:ext cx="16550786" cy="1349027"/>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No change for the JAMS team – they keep querying a database. </a:t>
            </a:r>
          </a:p>
          <a:p>
            <a:pPr marL="0" indent="0" algn="l">
              <a:buNone/>
            </a:pPr>
            <a:endParaRPr lang="en-US" sz="1800">
              <a:solidFill>
                <a:srgbClr val="5A6470"/>
              </a:solidFill>
              <a:latin typeface="Arial" pitchFamily="34" charset="0"/>
              <a:ea typeface="Arial" pitchFamily="34" charset="-122"/>
              <a:cs typeface="Arial" pitchFamily="34" charset="-120"/>
            </a:endParaRPr>
          </a:p>
          <a:p>
            <a:pPr marL="0" indent="0" algn="l">
              <a:buNone/>
            </a:pPr>
            <a:r>
              <a:rPr lang="en-US" sz="1800">
                <a:solidFill>
                  <a:srgbClr val="5A6470"/>
                </a:solidFill>
                <a:latin typeface="Arial" pitchFamily="34" charset="0"/>
                <a:ea typeface="Arial" pitchFamily="34" charset="-122"/>
                <a:cs typeface="Arial" pitchFamily="34" charset="-120"/>
              </a:rPr>
              <a:t>But Apollo builds and then permanently owns a second copy of ERP data: data model, load jobs, environments, security, reconciliation and licensing. </a:t>
            </a:r>
          </a:p>
          <a:p>
            <a:pPr marL="0" indent="0" algn="l">
              <a:buNone/>
            </a:pPr>
            <a:endParaRPr lang="en-US" sz="1800" b="1">
              <a:solidFill>
                <a:srgbClr val="D32F2F"/>
              </a:solidFill>
              <a:latin typeface="Arial" pitchFamily="34" charset="0"/>
              <a:ea typeface="Arial" pitchFamily="34" charset="-122"/>
              <a:cs typeface="Arial" pitchFamily="34" charset="-120"/>
            </a:endParaRPr>
          </a:p>
          <a:p>
            <a:pPr marL="0" indent="0" algn="l">
              <a:buNone/>
            </a:pPr>
            <a:r>
              <a:rPr lang="en-US" sz="1800" b="1">
                <a:solidFill>
                  <a:srgbClr val="D32F2F"/>
                </a:solidFill>
                <a:latin typeface="Arial" pitchFamily="34" charset="0"/>
                <a:ea typeface="Arial" pitchFamily="34" charset="-122"/>
                <a:cs typeface="Arial" pitchFamily="34" charset="-120"/>
              </a:rPr>
              <a:t>This recreates the store being decommissioned.</a:t>
            </a:r>
            <a:endParaRPr lang="en-US" sz="1800"/>
          </a:p>
        </p:txBody>
      </p:sp>
      <p:sp>
        <p:nvSpPr>
          <p:cNvPr id="37" name="Shape 34"/>
          <p:cNvSpPr/>
          <p:nvPr/>
        </p:nvSpPr>
        <p:spPr>
          <a:xfrm>
            <a:off x="2611438" y="7462515"/>
            <a:ext cx="3917156" cy="1781721"/>
          </a:xfrm>
          <a:prstGeom prst="roundRect">
            <a:avLst>
              <a:gd name="adj" fmla="val 5346"/>
            </a:avLst>
          </a:prstGeom>
          <a:solidFill>
            <a:srgbClr val="F4F6F8"/>
          </a:solidFill>
          <a:ln/>
        </p:spPr>
        <p:txBody>
          <a:bodyPr/>
          <a:lstStyle/>
          <a:p>
            <a:endParaRPr lang="en-AU"/>
          </a:p>
        </p:txBody>
      </p:sp>
      <p:sp>
        <p:nvSpPr>
          <p:cNvPr id="38" name="Text 35"/>
          <p:cNvSpPr/>
          <p:nvPr/>
        </p:nvSpPr>
        <p:spPr>
          <a:xfrm>
            <a:off x="2801938" y="7595840"/>
            <a:ext cx="3889772" cy="30797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0083FF"/>
                </a:solidFill>
                <a:latin typeface="Arial" pitchFamily="34" charset="0"/>
                <a:ea typeface="Arial" pitchFamily="34" charset="-122"/>
                <a:cs typeface="Arial" pitchFamily="34" charset="-120"/>
              </a:rPr>
              <a:t>Build</a:t>
            </a:r>
            <a:endParaRPr lang="en-US" sz="1875"/>
          </a:p>
        </p:txBody>
      </p:sp>
      <p:sp>
        <p:nvSpPr>
          <p:cNvPr id="39" name="Text 36"/>
          <p:cNvSpPr/>
          <p:nvPr/>
        </p:nvSpPr>
        <p:spPr>
          <a:xfrm>
            <a:off x="2801938" y="7922766"/>
            <a:ext cx="3642241" cy="1226244"/>
          </a:xfrm>
          <a:prstGeom prst="rect">
            <a:avLst/>
          </a:prstGeom>
          <a:noFill/>
          <a:ln/>
        </p:spPr>
        <p:txBody>
          <a:bodyPr wrap="square" lIns="25400" tIns="25400" rIns="25400" bIns="25400" rtlCol="0" anchor="t">
            <a:normAutofit lnSpcReduction="10000"/>
          </a:bodyPr>
          <a:lstStyle/>
          <a:p>
            <a:pPr marL="0" indent="0" algn="l">
              <a:lnSpc>
                <a:spcPct val="113455"/>
              </a:lnSpc>
              <a:buNone/>
            </a:pPr>
            <a:r>
              <a:rPr lang="en-US" sz="1800">
                <a:solidFill>
                  <a:srgbClr val="1E1E1E"/>
                </a:solidFill>
                <a:latin typeface="Arial" pitchFamily="34" charset="0"/>
                <a:ea typeface="Arial" pitchFamily="34" charset="-122"/>
                <a:cs typeface="Arial" pitchFamily="34" charset="-120"/>
              </a:rPr>
              <a:t>Separate database instances installed for Dev, Test and Production, plus data model, load jobs and access control.</a:t>
            </a:r>
            <a:endParaRPr lang="en-US" sz="1800"/>
          </a:p>
        </p:txBody>
      </p:sp>
      <p:sp>
        <p:nvSpPr>
          <p:cNvPr id="40" name="Shape 37"/>
          <p:cNvSpPr/>
          <p:nvPr/>
        </p:nvSpPr>
        <p:spPr>
          <a:xfrm>
            <a:off x="6661919" y="7462515"/>
            <a:ext cx="3917156" cy="1781721"/>
          </a:xfrm>
          <a:prstGeom prst="roundRect">
            <a:avLst>
              <a:gd name="adj" fmla="val 5346"/>
            </a:avLst>
          </a:prstGeom>
          <a:solidFill>
            <a:srgbClr val="F4F6F8"/>
          </a:solidFill>
          <a:ln/>
        </p:spPr>
        <p:txBody>
          <a:bodyPr/>
          <a:lstStyle/>
          <a:p>
            <a:endParaRPr lang="en-AU"/>
          </a:p>
        </p:txBody>
      </p:sp>
      <p:sp>
        <p:nvSpPr>
          <p:cNvPr id="41" name="Text 38"/>
          <p:cNvSpPr/>
          <p:nvPr/>
        </p:nvSpPr>
        <p:spPr>
          <a:xfrm>
            <a:off x="6852419" y="7595840"/>
            <a:ext cx="3889772" cy="30797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0083FF"/>
                </a:solidFill>
                <a:latin typeface="Arial" pitchFamily="34" charset="0"/>
                <a:ea typeface="Arial" pitchFamily="34" charset="-122"/>
                <a:cs typeface="Arial" pitchFamily="34" charset="-120"/>
              </a:rPr>
              <a:t>Run</a:t>
            </a:r>
            <a:endParaRPr lang="en-US" sz="1875"/>
          </a:p>
        </p:txBody>
      </p:sp>
      <p:sp>
        <p:nvSpPr>
          <p:cNvPr id="42" name="Text 39"/>
          <p:cNvSpPr/>
          <p:nvPr/>
        </p:nvSpPr>
        <p:spPr>
          <a:xfrm>
            <a:off x="6852419" y="7922766"/>
            <a:ext cx="3642241" cy="929208"/>
          </a:xfrm>
          <a:prstGeom prst="rect">
            <a:avLst/>
          </a:prstGeom>
          <a:noFill/>
          <a:ln/>
        </p:spPr>
        <p:txBody>
          <a:bodyPr wrap="square" lIns="25400" tIns="25400" rIns="25400" bIns="25400" rtlCol="0" anchor="t">
            <a:normAutofit lnSpcReduction="10000"/>
          </a:bodyPr>
          <a:lstStyle/>
          <a:p>
            <a:pPr marL="0" indent="0" algn="l">
              <a:lnSpc>
                <a:spcPct val="113455"/>
              </a:lnSpc>
              <a:buNone/>
            </a:pPr>
            <a:r>
              <a:rPr lang="en-US" sz="1800">
                <a:solidFill>
                  <a:srgbClr val="1E1E1E"/>
                </a:solidFill>
                <a:latin typeface="Arial" pitchFamily="34" charset="0"/>
                <a:ea typeface="Arial" pitchFamily="34" charset="-122"/>
                <a:cs typeface="Arial" pitchFamily="34" charset="-120"/>
              </a:rPr>
              <a:t>Database licensing across three environments, hosting, backup, patching and monitoring.</a:t>
            </a:r>
            <a:endParaRPr lang="en-US" sz="1800"/>
          </a:p>
        </p:txBody>
      </p:sp>
      <p:sp>
        <p:nvSpPr>
          <p:cNvPr id="43" name="Shape 40"/>
          <p:cNvSpPr/>
          <p:nvPr/>
        </p:nvSpPr>
        <p:spPr>
          <a:xfrm>
            <a:off x="10712401" y="7462515"/>
            <a:ext cx="3917156" cy="1781721"/>
          </a:xfrm>
          <a:prstGeom prst="roundRect">
            <a:avLst>
              <a:gd name="adj" fmla="val 5346"/>
            </a:avLst>
          </a:prstGeom>
          <a:solidFill>
            <a:srgbClr val="F4F6F8"/>
          </a:solidFill>
          <a:ln/>
        </p:spPr>
        <p:txBody>
          <a:bodyPr/>
          <a:lstStyle/>
          <a:p>
            <a:endParaRPr lang="en-AU"/>
          </a:p>
        </p:txBody>
      </p:sp>
      <p:sp>
        <p:nvSpPr>
          <p:cNvPr id="44" name="Text 41"/>
          <p:cNvSpPr/>
          <p:nvPr/>
        </p:nvSpPr>
        <p:spPr>
          <a:xfrm>
            <a:off x="10902901" y="7595840"/>
            <a:ext cx="3889772" cy="307975"/>
          </a:xfrm>
          <a:prstGeom prst="rect">
            <a:avLst/>
          </a:prstGeom>
          <a:noFill/>
          <a:ln/>
        </p:spPr>
        <p:txBody>
          <a:bodyPr wrap="square" lIns="25400" tIns="25400" rIns="25400" bIns="25400" rtlCol="0" anchor="t">
            <a:normAutofit lnSpcReduction="10000"/>
          </a:bodyPr>
          <a:lstStyle/>
          <a:p>
            <a:pPr marL="0" indent="0" algn="l">
              <a:buNone/>
            </a:pPr>
            <a:r>
              <a:rPr lang="en-US" sz="1875" b="1">
                <a:solidFill>
                  <a:srgbClr val="0083FF"/>
                </a:solidFill>
                <a:latin typeface="Arial" pitchFamily="34" charset="0"/>
                <a:ea typeface="Arial" pitchFamily="34" charset="-122"/>
                <a:cs typeface="Arial" pitchFamily="34" charset="-120"/>
              </a:rPr>
              <a:t>Reconcile</a:t>
            </a:r>
            <a:endParaRPr lang="en-US" sz="1875"/>
          </a:p>
        </p:txBody>
      </p:sp>
      <p:sp>
        <p:nvSpPr>
          <p:cNvPr id="45" name="Text 42"/>
          <p:cNvSpPr/>
          <p:nvPr/>
        </p:nvSpPr>
        <p:spPr>
          <a:xfrm>
            <a:off x="10902901" y="7922766"/>
            <a:ext cx="3642241" cy="632172"/>
          </a:xfrm>
          <a:prstGeom prst="rect">
            <a:avLst/>
          </a:prstGeom>
          <a:noFill/>
          <a:ln/>
        </p:spPr>
        <p:txBody>
          <a:bodyPr wrap="square" lIns="25400" tIns="25400" rIns="25400" bIns="25400" rtlCol="0" anchor="t">
            <a:normAutofit lnSpcReduction="10000"/>
          </a:bodyPr>
          <a:lstStyle/>
          <a:p>
            <a:pPr marL="0" indent="0" algn="l">
              <a:lnSpc>
                <a:spcPct val="113455"/>
              </a:lnSpc>
              <a:buNone/>
            </a:pPr>
            <a:r>
              <a:rPr lang="en-US" sz="1800">
                <a:solidFill>
                  <a:srgbClr val="1E1E1E"/>
                </a:solidFill>
                <a:latin typeface="Arial" pitchFamily="34" charset="0"/>
                <a:ea typeface="Arial" pitchFamily="34" charset="-122"/>
                <a:cs typeface="Arial" pitchFamily="34" charset="-120"/>
              </a:rPr>
              <a:t>A second set of financial values to agree against S/4 every period.</a:t>
            </a:r>
            <a:endParaRPr 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66750" y="438051"/>
            <a:ext cx="857250" cy="76150"/>
          </a:xfrm>
          <a:prstGeom prst="rect">
            <a:avLst/>
          </a:prstGeom>
          <a:solidFill>
            <a:srgbClr val="17E09C"/>
          </a:solidFill>
          <a:ln/>
        </p:spPr>
        <p:txBody>
          <a:bodyPr/>
          <a:lstStyle/>
          <a:p>
            <a:endParaRPr lang="en-AU"/>
          </a:p>
        </p:txBody>
      </p:sp>
      <p:sp>
        <p:nvSpPr>
          <p:cNvPr id="3" name="Text 1"/>
          <p:cNvSpPr/>
          <p:nvPr/>
        </p:nvSpPr>
        <p:spPr>
          <a:xfrm>
            <a:off x="666750" y="628427"/>
            <a:ext cx="17245992" cy="474662"/>
          </a:xfrm>
          <a:prstGeom prst="rect">
            <a:avLst/>
          </a:prstGeom>
          <a:noFill/>
          <a:ln/>
        </p:spPr>
        <p:txBody>
          <a:bodyPr wrap="square" lIns="25400" tIns="25400" rIns="25400" bIns="25400" rtlCol="0" anchor="t">
            <a:normAutofit lnSpcReduction="10000"/>
          </a:bodyPr>
          <a:lstStyle/>
          <a:p>
            <a:pPr marL="0" indent="0" algn="l">
              <a:buNone/>
            </a:pPr>
            <a:r>
              <a:rPr lang="en-US" sz="3000" b="1">
                <a:solidFill>
                  <a:srgbClr val="1E1E1E"/>
                </a:solidFill>
                <a:latin typeface="Arial" pitchFamily="34" charset="0"/>
                <a:ea typeface="Arial" pitchFamily="34" charset="-122"/>
                <a:cs typeface="Arial" pitchFamily="34" charset="-120"/>
              </a:rPr>
              <a:t>What JAMS Needs from S/4 – Registered Queries and FSM Usage</a:t>
            </a:r>
            <a:endParaRPr lang="en-US" sz="3000"/>
          </a:p>
        </p:txBody>
      </p:sp>
      <p:sp>
        <p:nvSpPr>
          <p:cNvPr id="4" name="Text 2"/>
          <p:cNvSpPr/>
          <p:nvPr/>
        </p:nvSpPr>
        <p:spPr>
          <a:xfrm>
            <a:off x="666750" y="1112614"/>
            <a:ext cx="16148520" cy="561975"/>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Standard S/4HANA released APIs exposed through CPI – no custom development in S/4. The Jobpac reference under each data need shows where JAMS reads it today.</a:t>
            </a:r>
            <a:endParaRPr lang="en-US" sz="1800"/>
          </a:p>
        </p:txBody>
      </p:sp>
      <p:pic>
        <p:nvPicPr>
          <p:cNvPr id="5" name="Image 0" descr="preencoded.png"/>
          <p:cNvPicPr>
            <a:picLocks noChangeAspect="1"/>
          </p:cNvPicPr>
          <p:nvPr/>
        </p:nvPicPr>
        <p:blipFill>
          <a:blip r:embed="rId3"/>
          <a:stretch>
            <a:fillRect/>
          </a:stretch>
        </p:blipFill>
        <p:spPr>
          <a:xfrm>
            <a:off x="16344924" y="438051"/>
            <a:ext cx="1276325" cy="399976"/>
          </a:xfrm>
          <a:prstGeom prst="rect">
            <a:avLst/>
          </a:prstGeom>
        </p:spPr>
      </p:pic>
      <p:sp>
        <p:nvSpPr>
          <p:cNvPr id="6" name="Shape 3"/>
          <p:cNvSpPr/>
          <p:nvPr/>
        </p:nvSpPr>
        <p:spPr>
          <a:xfrm>
            <a:off x="666750" y="1769814"/>
            <a:ext cx="15260464" cy="6671965"/>
          </a:xfrm>
          <a:prstGeom prst="roundRect">
            <a:avLst>
              <a:gd name="adj" fmla="val 1428"/>
            </a:avLst>
          </a:prstGeom>
          <a:solidFill>
            <a:srgbClr val="D9DEE4"/>
          </a:solidFill>
          <a:ln w="15875">
            <a:solidFill>
              <a:srgbClr val="D9DEE4"/>
            </a:solidFill>
            <a:prstDash val="solid"/>
          </a:ln>
        </p:spPr>
        <p:txBody>
          <a:bodyPr/>
          <a:lstStyle/>
          <a:p>
            <a:endParaRPr lang="en-AU"/>
          </a:p>
        </p:txBody>
      </p:sp>
      <p:sp>
        <p:nvSpPr>
          <p:cNvPr id="7" name="Shape 4"/>
          <p:cNvSpPr/>
          <p:nvPr/>
        </p:nvSpPr>
        <p:spPr>
          <a:xfrm>
            <a:off x="682625" y="1785689"/>
            <a:ext cx="3619500" cy="433338"/>
          </a:xfrm>
          <a:prstGeom prst="rect">
            <a:avLst/>
          </a:prstGeom>
          <a:solidFill>
            <a:srgbClr val="1E1E1E"/>
          </a:solidFill>
          <a:ln/>
        </p:spPr>
        <p:txBody>
          <a:bodyPr/>
          <a:lstStyle/>
          <a:p>
            <a:endParaRPr lang="en-AU"/>
          </a:p>
        </p:txBody>
      </p:sp>
      <p:sp>
        <p:nvSpPr>
          <p:cNvPr id="8" name="Text 5"/>
          <p:cNvSpPr/>
          <p:nvPr/>
        </p:nvSpPr>
        <p:spPr>
          <a:xfrm>
            <a:off x="815975" y="1871414"/>
            <a:ext cx="3461385" cy="29998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FFFFFF"/>
                </a:solidFill>
                <a:highlight>
                  <a:srgbClr val="1E1E1E"/>
                </a:highlight>
                <a:latin typeface="Arial" pitchFamily="34" charset="0"/>
                <a:ea typeface="Arial" pitchFamily="34" charset="-122"/>
                <a:cs typeface="Arial" pitchFamily="34" charset="-120"/>
              </a:rPr>
              <a:t>Data need </a:t>
            </a:r>
            <a:r>
              <a:rPr lang="en-US" sz="1800">
                <a:solidFill>
                  <a:srgbClr val="B9C4CF"/>
                </a:solidFill>
                <a:latin typeface="Arial" pitchFamily="34" charset="0"/>
                <a:ea typeface="Arial" pitchFamily="34" charset="-122"/>
                <a:cs typeface="Arial" pitchFamily="34" charset="-120"/>
              </a:rPr>
              <a:t>(Jobpac today)</a:t>
            </a:r>
            <a:endParaRPr lang="en-US" sz="1800"/>
          </a:p>
        </p:txBody>
      </p:sp>
      <p:sp>
        <p:nvSpPr>
          <p:cNvPr id="9" name="Shape 6"/>
          <p:cNvSpPr/>
          <p:nvPr/>
        </p:nvSpPr>
        <p:spPr>
          <a:xfrm>
            <a:off x="4321100" y="1785689"/>
            <a:ext cx="5685358" cy="433338"/>
          </a:xfrm>
          <a:prstGeom prst="rect">
            <a:avLst/>
          </a:prstGeom>
          <a:solidFill>
            <a:srgbClr val="1E1E1E"/>
          </a:solidFill>
          <a:ln/>
        </p:spPr>
        <p:txBody>
          <a:bodyPr/>
          <a:lstStyle/>
          <a:p>
            <a:endParaRPr lang="en-AU"/>
          </a:p>
        </p:txBody>
      </p:sp>
      <p:sp>
        <p:nvSpPr>
          <p:cNvPr id="10" name="Text 7"/>
          <p:cNvSpPr/>
          <p:nvPr/>
        </p:nvSpPr>
        <p:spPr>
          <a:xfrm>
            <a:off x="4454450" y="1871414"/>
            <a:ext cx="5589219" cy="29998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FFFFFF"/>
                </a:solidFill>
                <a:latin typeface="Arial" pitchFamily="34" charset="0"/>
                <a:ea typeface="Arial" pitchFamily="34" charset="-122"/>
                <a:cs typeface="Arial" pitchFamily="34" charset="-120"/>
              </a:rPr>
              <a:t>S/4HANA registered query</a:t>
            </a:r>
            <a:endParaRPr lang="en-US" sz="1800"/>
          </a:p>
        </p:txBody>
      </p:sp>
      <p:sp>
        <p:nvSpPr>
          <p:cNvPr id="11" name="Shape 8"/>
          <p:cNvSpPr/>
          <p:nvPr/>
        </p:nvSpPr>
        <p:spPr>
          <a:xfrm>
            <a:off x="10025435" y="1785689"/>
            <a:ext cx="1123900" cy="433338"/>
          </a:xfrm>
          <a:prstGeom prst="rect">
            <a:avLst/>
          </a:prstGeom>
          <a:solidFill>
            <a:srgbClr val="0A7D5C"/>
          </a:solidFill>
          <a:ln/>
        </p:spPr>
        <p:txBody>
          <a:bodyPr/>
          <a:lstStyle/>
          <a:p>
            <a:endParaRPr lang="en-AU"/>
          </a:p>
        </p:txBody>
      </p:sp>
      <p:sp>
        <p:nvSpPr>
          <p:cNvPr id="12" name="Text 9"/>
          <p:cNvSpPr/>
          <p:nvPr/>
        </p:nvSpPr>
        <p:spPr>
          <a:xfrm>
            <a:off x="10082585" y="1871414"/>
            <a:ext cx="1009600" cy="29998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JAMS</a:t>
            </a:r>
            <a:endParaRPr lang="en-US" sz="1800"/>
          </a:p>
        </p:txBody>
      </p:sp>
      <p:sp>
        <p:nvSpPr>
          <p:cNvPr id="13" name="Shape 10"/>
          <p:cNvSpPr/>
          <p:nvPr/>
        </p:nvSpPr>
        <p:spPr>
          <a:xfrm>
            <a:off x="11168310" y="1785689"/>
            <a:ext cx="1123900" cy="433338"/>
          </a:xfrm>
          <a:prstGeom prst="rect">
            <a:avLst/>
          </a:prstGeom>
          <a:solidFill>
            <a:srgbClr val="1E1E1E"/>
          </a:solidFill>
          <a:ln/>
        </p:spPr>
        <p:txBody>
          <a:bodyPr/>
          <a:lstStyle/>
          <a:p>
            <a:endParaRPr lang="en-AU"/>
          </a:p>
        </p:txBody>
      </p:sp>
      <p:sp>
        <p:nvSpPr>
          <p:cNvPr id="14" name="Text 11"/>
          <p:cNvSpPr/>
          <p:nvPr/>
        </p:nvSpPr>
        <p:spPr>
          <a:xfrm>
            <a:off x="11225460" y="1871414"/>
            <a:ext cx="1009600" cy="29998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ODM</a:t>
            </a:r>
            <a:endParaRPr lang="en-US" sz="1800"/>
          </a:p>
        </p:txBody>
      </p:sp>
      <p:sp>
        <p:nvSpPr>
          <p:cNvPr id="15" name="Shape 12"/>
          <p:cNvSpPr/>
          <p:nvPr/>
        </p:nvSpPr>
        <p:spPr>
          <a:xfrm>
            <a:off x="12311186" y="1785689"/>
            <a:ext cx="1219150" cy="433338"/>
          </a:xfrm>
          <a:prstGeom prst="rect">
            <a:avLst/>
          </a:prstGeom>
          <a:solidFill>
            <a:srgbClr val="1E1E1E"/>
          </a:solidFill>
          <a:ln/>
        </p:spPr>
        <p:txBody>
          <a:bodyPr/>
          <a:lstStyle/>
          <a:p>
            <a:endParaRPr lang="en-AU"/>
          </a:p>
        </p:txBody>
      </p:sp>
      <p:sp>
        <p:nvSpPr>
          <p:cNvPr id="16" name="Text 13"/>
          <p:cNvSpPr/>
          <p:nvPr/>
        </p:nvSpPr>
        <p:spPr>
          <a:xfrm>
            <a:off x="12368336" y="1871414"/>
            <a:ext cx="1104850" cy="29998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Wireless</a:t>
            </a:r>
            <a:endParaRPr lang="en-US" sz="1800"/>
          </a:p>
        </p:txBody>
      </p:sp>
      <p:sp>
        <p:nvSpPr>
          <p:cNvPr id="17" name="Shape 14"/>
          <p:cNvSpPr/>
          <p:nvPr/>
        </p:nvSpPr>
        <p:spPr>
          <a:xfrm>
            <a:off x="13549313" y="1785689"/>
            <a:ext cx="1123900" cy="433338"/>
          </a:xfrm>
          <a:prstGeom prst="rect">
            <a:avLst/>
          </a:prstGeom>
          <a:solidFill>
            <a:srgbClr val="1E1E1E"/>
          </a:solidFill>
          <a:ln/>
        </p:spPr>
        <p:txBody>
          <a:bodyPr/>
          <a:lstStyle/>
          <a:p>
            <a:endParaRPr lang="en-AU"/>
          </a:p>
        </p:txBody>
      </p:sp>
      <p:sp>
        <p:nvSpPr>
          <p:cNvPr id="18" name="Text 15"/>
          <p:cNvSpPr/>
          <p:nvPr/>
        </p:nvSpPr>
        <p:spPr>
          <a:xfrm>
            <a:off x="13606463" y="1871414"/>
            <a:ext cx="1009600" cy="29998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ITSM</a:t>
            </a:r>
            <a:endParaRPr lang="en-US" sz="1800"/>
          </a:p>
        </p:txBody>
      </p:sp>
      <p:sp>
        <p:nvSpPr>
          <p:cNvPr id="19" name="Shape 16"/>
          <p:cNvSpPr/>
          <p:nvPr/>
        </p:nvSpPr>
        <p:spPr>
          <a:xfrm>
            <a:off x="14692188" y="1785689"/>
            <a:ext cx="1219150" cy="433338"/>
          </a:xfrm>
          <a:prstGeom prst="rect">
            <a:avLst/>
          </a:prstGeom>
          <a:solidFill>
            <a:srgbClr val="1E1E1E"/>
          </a:solidFill>
          <a:ln/>
        </p:spPr>
        <p:txBody>
          <a:bodyPr/>
          <a:lstStyle/>
          <a:p>
            <a:endParaRPr lang="en-AU"/>
          </a:p>
        </p:txBody>
      </p:sp>
      <p:sp>
        <p:nvSpPr>
          <p:cNvPr id="20" name="Text 17"/>
          <p:cNvSpPr/>
          <p:nvPr/>
        </p:nvSpPr>
        <p:spPr>
          <a:xfrm>
            <a:off x="14749338" y="1871414"/>
            <a:ext cx="1104850" cy="299988"/>
          </a:xfrm>
          <a:prstGeom prst="rect">
            <a:avLst/>
          </a:prstGeom>
          <a:noFill/>
          <a:ln/>
        </p:spPr>
        <p:txBody>
          <a:bodyPr wrap="square" lIns="25400" tIns="25400" rIns="25400" bIns="25400" rtlCol="0" anchor="t">
            <a:normAutofit lnSpcReduction="10000"/>
          </a:bodyPr>
          <a:lstStyle/>
          <a:p>
            <a:pPr marL="0" indent="0" algn="ctr">
              <a:buNone/>
            </a:pPr>
            <a:r>
              <a:rPr lang="en-US" sz="1800" b="1">
                <a:solidFill>
                  <a:srgbClr val="FFFFFF"/>
                </a:solidFill>
                <a:latin typeface="Arial" pitchFamily="34" charset="0"/>
                <a:ea typeface="Arial" pitchFamily="34" charset="-122"/>
                <a:cs typeface="Arial" pitchFamily="34" charset="-120"/>
              </a:rPr>
              <a:t>Defence</a:t>
            </a:r>
            <a:endParaRPr lang="en-US" sz="1800"/>
          </a:p>
        </p:txBody>
      </p:sp>
      <p:sp>
        <p:nvSpPr>
          <p:cNvPr id="21" name="Shape 18"/>
          <p:cNvSpPr/>
          <p:nvPr/>
        </p:nvSpPr>
        <p:spPr>
          <a:xfrm>
            <a:off x="900954" y="4003105"/>
            <a:ext cx="3619500" cy="943570"/>
          </a:xfrm>
          <a:prstGeom prst="rect">
            <a:avLst/>
          </a:prstGeom>
          <a:solidFill>
            <a:srgbClr val="F4F6F8"/>
          </a:solidFill>
          <a:ln/>
        </p:spPr>
        <p:txBody>
          <a:bodyPr/>
          <a:lstStyle/>
          <a:p>
            <a:endParaRPr lang="en-AU"/>
          </a:p>
        </p:txBody>
      </p:sp>
      <p:sp>
        <p:nvSpPr>
          <p:cNvPr id="22" name="Text 19"/>
          <p:cNvSpPr/>
          <p:nvPr/>
        </p:nvSpPr>
        <p:spPr>
          <a:xfrm>
            <a:off x="815950" y="2304604"/>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Enterprise project</a:t>
            </a:r>
            <a:endParaRPr lang="en-US" sz="1800"/>
          </a:p>
        </p:txBody>
      </p:sp>
      <p:sp>
        <p:nvSpPr>
          <p:cNvPr id="23" name="Text 20"/>
          <p:cNvSpPr/>
          <p:nvPr/>
        </p:nvSpPr>
        <p:spPr>
          <a:xfrm>
            <a:off x="815950" y="2566541"/>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Finance Summary (job structure)</a:t>
            </a:r>
            <a:endParaRPr lang="en-US" sz="1800"/>
          </a:p>
        </p:txBody>
      </p:sp>
      <p:sp>
        <p:nvSpPr>
          <p:cNvPr id="24" name="Shape 21"/>
          <p:cNvSpPr/>
          <p:nvPr/>
        </p:nvSpPr>
        <p:spPr>
          <a:xfrm>
            <a:off x="4321100" y="2238003"/>
            <a:ext cx="5685358" cy="943570"/>
          </a:xfrm>
          <a:prstGeom prst="rect">
            <a:avLst/>
          </a:prstGeom>
          <a:solidFill>
            <a:srgbClr val="FFFFFF"/>
          </a:solidFill>
          <a:ln/>
        </p:spPr>
        <p:txBody>
          <a:bodyPr/>
          <a:lstStyle/>
          <a:p>
            <a:endParaRPr lang="en-AU"/>
          </a:p>
        </p:txBody>
      </p:sp>
      <p:sp>
        <p:nvSpPr>
          <p:cNvPr id="25" name="Text 22"/>
          <p:cNvSpPr/>
          <p:nvPr/>
        </p:nvSpPr>
        <p:spPr>
          <a:xfrm>
            <a:off x="4454450" y="2304678"/>
            <a:ext cx="5589219" cy="848320"/>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/enterpriseprojects – project + WBS ($expand)</a:t>
            </a:r>
            <a:endParaRPr lang="en-US" sz="1800"/>
          </a:p>
        </p:txBody>
      </p:sp>
      <p:sp>
        <p:nvSpPr>
          <p:cNvPr id="26" name="Shape 23"/>
          <p:cNvSpPr/>
          <p:nvPr/>
        </p:nvSpPr>
        <p:spPr>
          <a:xfrm>
            <a:off x="10025435" y="2238003"/>
            <a:ext cx="1123900" cy="943570"/>
          </a:xfrm>
          <a:prstGeom prst="rect">
            <a:avLst/>
          </a:prstGeom>
          <a:solidFill>
            <a:srgbClr val="E6FBF3"/>
          </a:solidFill>
          <a:ln/>
        </p:spPr>
        <p:txBody>
          <a:bodyPr/>
          <a:lstStyle/>
          <a:p>
            <a:endParaRPr lang="en-AU"/>
          </a:p>
        </p:txBody>
      </p:sp>
      <p:sp>
        <p:nvSpPr>
          <p:cNvPr id="27" name="Text 24"/>
          <p:cNvSpPr/>
          <p:nvPr/>
        </p:nvSpPr>
        <p:spPr>
          <a:xfrm>
            <a:off x="10082585" y="2304678"/>
            <a:ext cx="1009600" cy="848320"/>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Later</a:t>
            </a:r>
            <a:endParaRPr lang="en-US" sz="1800"/>
          </a:p>
        </p:txBody>
      </p:sp>
      <p:sp>
        <p:nvSpPr>
          <p:cNvPr id="28" name="Shape 25"/>
          <p:cNvSpPr/>
          <p:nvPr/>
        </p:nvSpPr>
        <p:spPr>
          <a:xfrm>
            <a:off x="11168310" y="2238003"/>
            <a:ext cx="1123900" cy="943570"/>
          </a:xfrm>
          <a:prstGeom prst="rect">
            <a:avLst/>
          </a:prstGeom>
          <a:solidFill>
            <a:srgbClr val="FFFFFF"/>
          </a:solidFill>
          <a:ln/>
        </p:spPr>
        <p:txBody>
          <a:bodyPr/>
          <a:lstStyle/>
          <a:p>
            <a:endParaRPr lang="en-AU"/>
          </a:p>
        </p:txBody>
      </p:sp>
      <p:sp>
        <p:nvSpPr>
          <p:cNvPr id="29" name="Text 26"/>
          <p:cNvSpPr/>
          <p:nvPr/>
        </p:nvSpPr>
        <p:spPr>
          <a:xfrm>
            <a:off x="11225460" y="2304678"/>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30" name="Shape 27"/>
          <p:cNvSpPr/>
          <p:nvPr/>
        </p:nvSpPr>
        <p:spPr>
          <a:xfrm>
            <a:off x="12311186" y="2238003"/>
            <a:ext cx="1219150" cy="943570"/>
          </a:xfrm>
          <a:prstGeom prst="rect">
            <a:avLst/>
          </a:prstGeom>
          <a:solidFill>
            <a:srgbClr val="FFFFFF"/>
          </a:solidFill>
          <a:ln/>
        </p:spPr>
        <p:txBody>
          <a:bodyPr/>
          <a:lstStyle/>
          <a:p>
            <a:endParaRPr lang="en-AU"/>
          </a:p>
        </p:txBody>
      </p:sp>
      <p:sp>
        <p:nvSpPr>
          <p:cNvPr id="31" name="Text 28"/>
          <p:cNvSpPr/>
          <p:nvPr/>
        </p:nvSpPr>
        <p:spPr>
          <a:xfrm>
            <a:off x="12368336" y="2304678"/>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32" name="Shape 29"/>
          <p:cNvSpPr/>
          <p:nvPr/>
        </p:nvSpPr>
        <p:spPr>
          <a:xfrm>
            <a:off x="13549313" y="2238003"/>
            <a:ext cx="1123900" cy="943570"/>
          </a:xfrm>
          <a:prstGeom prst="rect">
            <a:avLst/>
          </a:prstGeom>
          <a:solidFill>
            <a:srgbClr val="FFFFFF"/>
          </a:solidFill>
          <a:ln/>
        </p:spPr>
        <p:txBody>
          <a:bodyPr/>
          <a:lstStyle/>
          <a:p>
            <a:endParaRPr lang="en-AU"/>
          </a:p>
        </p:txBody>
      </p:sp>
      <p:sp>
        <p:nvSpPr>
          <p:cNvPr id="33" name="Text 30"/>
          <p:cNvSpPr/>
          <p:nvPr/>
        </p:nvSpPr>
        <p:spPr>
          <a:xfrm>
            <a:off x="13606463" y="2304678"/>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34" name="Shape 31"/>
          <p:cNvSpPr/>
          <p:nvPr/>
        </p:nvSpPr>
        <p:spPr>
          <a:xfrm>
            <a:off x="14692188" y="2238003"/>
            <a:ext cx="1219150" cy="943570"/>
          </a:xfrm>
          <a:prstGeom prst="rect">
            <a:avLst/>
          </a:prstGeom>
          <a:solidFill>
            <a:srgbClr val="FFFFFF"/>
          </a:solidFill>
          <a:ln/>
        </p:spPr>
        <p:txBody>
          <a:bodyPr/>
          <a:lstStyle/>
          <a:p>
            <a:endParaRPr lang="en-AU"/>
          </a:p>
        </p:txBody>
      </p:sp>
      <p:sp>
        <p:nvSpPr>
          <p:cNvPr id="35" name="Text 32"/>
          <p:cNvSpPr/>
          <p:nvPr/>
        </p:nvSpPr>
        <p:spPr>
          <a:xfrm>
            <a:off x="14749338" y="2304678"/>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36" name="Shape 33"/>
          <p:cNvSpPr/>
          <p:nvPr/>
        </p:nvSpPr>
        <p:spPr>
          <a:xfrm>
            <a:off x="682625" y="3200549"/>
            <a:ext cx="3619500" cy="669354"/>
          </a:xfrm>
          <a:prstGeom prst="rect">
            <a:avLst/>
          </a:prstGeom>
          <a:solidFill>
            <a:srgbClr val="F4F6F8"/>
          </a:solidFill>
          <a:ln/>
        </p:spPr>
        <p:txBody>
          <a:bodyPr/>
          <a:lstStyle/>
          <a:p>
            <a:endParaRPr lang="en-AU"/>
          </a:p>
        </p:txBody>
      </p:sp>
      <p:sp>
        <p:nvSpPr>
          <p:cNvPr id="37" name="Text 34"/>
          <p:cNvSpPr/>
          <p:nvPr/>
        </p:nvSpPr>
        <p:spPr>
          <a:xfrm>
            <a:off x="815950" y="3267149"/>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Service order</a:t>
            </a:r>
            <a:endParaRPr lang="en-US" sz="1800"/>
          </a:p>
        </p:txBody>
      </p:sp>
      <p:sp>
        <p:nvSpPr>
          <p:cNvPr id="38" name="Text 35"/>
          <p:cNvSpPr/>
          <p:nvPr/>
        </p:nvSpPr>
        <p:spPr>
          <a:xfrm>
            <a:off x="815950" y="3529087"/>
            <a:ext cx="3688134" cy="312316"/>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n/a – new in S/4</a:t>
            </a:r>
            <a:endParaRPr lang="en-US" sz="1800"/>
          </a:p>
        </p:txBody>
      </p:sp>
      <p:sp>
        <p:nvSpPr>
          <p:cNvPr id="39" name="Shape 36"/>
          <p:cNvSpPr/>
          <p:nvPr/>
        </p:nvSpPr>
        <p:spPr>
          <a:xfrm>
            <a:off x="4321100" y="3200549"/>
            <a:ext cx="5685358" cy="669354"/>
          </a:xfrm>
          <a:prstGeom prst="rect">
            <a:avLst/>
          </a:prstGeom>
          <a:solidFill>
            <a:srgbClr val="FFFFFF"/>
          </a:solidFill>
          <a:ln/>
        </p:spPr>
        <p:txBody>
          <a:bodyPr/>
          <a:lstStyle/>
          <a:p>
            <a:endParaRPr lang="en-AU"/>
          </a:p>
        </p:txBody>
      </p:sp>
      <p:sp>
        <p:nvSpPr>
          <p:cNvPr id="40" name="Text 37"/>
          <p:cNvSpPr/>
          <p:nvPr/>
        </p:nvSpPr>
        <p:spPr>
          <a:xfrm>
            <a:off x="4454450" y="3267224"/>
            <a:ext cx="5589219" cy="574104"/>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/serviceorders</a:t>
            </a:r>
            <a:endParaRPr lang="en-US" sz="1800"/>
          </a:p>
        </p:txBody>
      </p:sp>
      <p:sp>
        <p:nvSpPr>
          <p:cNvPr id="41" name="Shape 38"/>
          <p:cNvSpPr/>
          <p:nvPr/>
        </p:nvSpPr>
        <p:spPr>
          <a:xfrm>
            <a:off x="10025435" y="3200549"/>
            <a:ext cx="1123900" cy="669354"/>
          </a:xfrm>
          <a:prstGeom prst="rect">
            <a:avLst/>
          </a:prstGeom>
          <a:solidFill>
            <a:srgbClr val="E6FBF3"/>
          </a:solidFill>
          <a:ln/>
        </p:spPr>
        <p:txBody>
          <a:bodyPr/>
          <a:lstStyle/>
          <a:p>
            <a:endParaRPr lang="en-AU"/>
          </a:p>
        </p:txBody>
      </p:sp>
      <p:sp>
        <p:nvSpPr>
          <p:cNvPr id="42" name="Text 39"/>
          <p:cNvSpPr/>
          <p:nvPr/>
        </p:nvSpPr>
        <p:spPr>
          <a:xfrm>
            <a:off x="10082585" y="3267224"/>
            <a:ext cx="1009600" cy="574104"/>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Later</a:t>
            </a:r>
            <a:endParaRPr lang="en-US" sz="1800"/>
          </a:p>
        </p:txBody>
      </p:sp>
      <p:sp>
        <p:nvSpPr>
          <p:cNvPr id="43" name="Shape 40"/>
          <p:cNvSpPr/>
          <p:nvPr/>
        </p:nvSpPr>
        <p:spPr>
          <a:xfrm>
            <a:off x="11168310" y="3200549"/>
            <a:ext cx="1123900" cy="669354"/>
          </a:xfrm>
          <a:prstGeom prst="rect">
            <a:avLst/>
          </a:prstGeom>
          <a:solidFill>
            <a:srgbClr val="FFFFFF"/>
          </a:solidFill>
          <a:ln/>
        </p:spPr>
        <p:txBody>
          <a:bodyPr/>
          <a:lstStyle/>
          <a:p>
            <a:endParaRPr lang="en-AU"/>
          </a:p>
        </p:txBody>
      </p:sp>
      <p:sp>
        <p:nvSpPr>
          <p:cNvPr id="44" name="Text 41"/>
          <p:cNvSpPr/>
          <p:nvPr/>
        </p:nvSpPr>
        <p:spPr>
          <a:xfrm>
            <a:off x="11225460" y="3267224"/>
            <a:ext cx="1009600" cy="574104"/>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45" name="Shape 42"/>
          <p:cNvSpPr/>
          <p:nvPr/>
        </p:nvSpPr>
        <p:spPr>
          <a:xfrm>
            <a:off x="12311186" y="3200549"/>
            <a:ext cx="1219150" cy="669354"/>
          </a:xfrm>
          <a:prstGeom prst="rect">
            <a:avLst/>
          </a:prstGeom>
          <a:solidFill>
            <a:srgbClr val="FFFFFF"/>
          </a:solidFill>
          <a:ln/>
        </p:spPr>
        <p:txBody>
          <a:bodyPr/>
          <a:lstStyle/>
          <a:p>
            <a:endParaRPr lang="en-AU"/>
          </a:p>
        </p:txBody>
      </p:sp>
      <p:sp>
        <p:nvSpPr>
          <p:cNvPr id="46" name="Text 43"/>
          <p:cNvSpPr/>
          <p:nvPr/>
        </p:nvSpPr>
        <p:spPr>
          <a:xfrm>
            <a:off x="12368336" y="3267224"/>
            <a:ext cx="1104850" cy="574104"/>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Yes</a:t>
            </a:r>
            <a:endParaRPr lang="en-US" sz="1800"/>
          </a:p>
        </p:txBody>
      </p:sp>
      <p:sp>
        <p:nvSpPr>
          <p:cNvPr id="47" name="Shape 44"/>
          <p:cNvSpPr/>
          <p:nvPr/>
        </p:nvSpPr>
        <p:spPr>
          <a:xfrm>
            <a:off x="13549313" y="3200549"/>
            <a:ext cx="1123900" cy="669354"/>
          </a:xfrm>
          <a:prstGeom prst="rect">
            <a:avLst/>
          </a:prstGeom>
          <a:solidFill>
            <a:srgbClr val="FFFFFF"/>
          </a:solidFill>
          <a:ln/>
        </p:spPr>
        <p:txBody>
          <a:bodyPr/>
          <a:lstStyle/>
          <a:p>
            <a:endParaRPr lang="en-AU"/>
          </a:p>
        </p:txBody>
      </p:sp>
      <p:sp>
        <p:nvSpPr>
          <p:cNvPr id="48" name="Text 45"/>
          <p:cNvSpPr/>
          <p:nvPr/>
        </p:nvSpPr>
        <p:spPr>
          <a:xfrm>
            <a:off x="13606463" y="3267224"/>
            <a:ext cx="1009600" cy="574104"/>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Yes</a:t>
            </a:r>
            <a:endParaRPr lang="en-US" sz="1800"/>
          </a:p>
        </p:txBody>
      </p:sp>
      <p:sp>
        <p:nvSpPr>
          <p:cNvPr id="49" name="Shape 46"/>
          <p:cNvSpPr/>
          <p:nvPr/>
        </p:nvSpPr>
        <p:spPr>
          <a:xfrm>
            <a:off x="14692188" y="3200549"/>
            <a:ext cx="1219150" cy="669354"/>
          </a:xfrm>
          <a:prstGeom prst="rect">
            <a:avLst/>
          </a:prstGeom>
          <a:solidFill>
            <a:srgbClr val="FFFFFF"/>
          </a:solidFill>
          <a:ln/>
        </p:spPr>
        <p:txBody>
          <a:bodyPr/>
          <a:lstStyle/>
          <a:p>
            <a:endParaRPr lang="en-AU"/>
          </a:p>
        </p:txBody>
      </p:sp>
      <p:sp>
        <p:nvSpPr>
          <p:cNvPr id="50" name="Text 47"/>
          <p:cNvSpPr/>
          <p:nvPr/>
        </p:nvSpPr>
        <p:spPr>
          <a:xfrm>
            <a:off x="14749338" y="3267224"/>
            <a:ext cx="1104850" cy="574104"/>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No</a:t>
            </a:r>
            <a:endParaRPr lang="en-US" sz="1800"/>
          </a:p>
        </p:txBody>
      </p:sp>
      <p:sp>
        <p:nvSpPr>
          <p:cNvPr id="51" name="Shape 48"/>
          <p:cNvSpPr/>
          <p:nvPr/>
        </p:nvSpPr>
        <p:spPr>
          <a:xfrm>
            <a:off x="682625" y="3888879"/>
            <a:ext cx="3619500" cy="943570"/>
          </a:xfrm>
          <a:prstGeom prst="rect">
            <a:avLst/>
          </a:prstGeom>
          <a:solidFill>
            <a:srgbClr val="F4F6F8"/>
          </a:solidFill>
          <a:ln/>
        </p:spPr>
        <p:txBody>
          <a:bodyPr/>
          <a:lstStyle/>
          <a:p>
            <a:endParaRPr lang="en-AU"/>
          </a:p>
        </p:txBody>
      </p:sp>
      <p:sp>
        <p:nvSpPr>
          <p:cNvPr id="52" name="Text 49"/>
          <p:cNvSpPr/>
          <p:nvPr/>
        </p:nvSpPr>
        <p:spPr>
          <a:xfrm>
            <a:off x="815950" y="3955479"/>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Customer invoice</a:t>
            </a:r>
            <a:endParaRPr lang="en-US" sz="1800"/>
          </a:p>
        </p:txBody>
      </p:sp>
      <p:sp>
        <p:nvSpPr>
          <p:cNvPr id="53" name="Text 50"/>
          <p:cNvSpPr/>
          <p:nvPr/>
        </p:nvSpPr>
        <p:spPr>
          <a:xfrm>
            <a:off x="815950" y="4217417"/>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Finance Summary (revenue invoiced)</a:t>
            </a:r>
            <a:endParaRPr lang="en-US" sz="1800"/>
          </a:p>
        </p:txBody>
      </p:sp>
      <p:sp>
        <p:nvSpPr>
          <p:cNvPr id="54" name="Shape 51"/>
          <p:cNvSpPr/>
          <p:nvPr/>
        </p:nvSpPr>
        <p:spPr>
          <a:xfrm>
            <a:off x="4321100" y="3888879"/>
            <a:ext cx="5685358" cy="943570"/>
          </a:xfrm>
          <a:prstGeom prst="rect">
            <a:avLst/>
          </a:prstGeom>
          <a:solidFill>
            <a:srgbClr val="FFFFFF"/>
          </a:solidFill>
          <a:ln/>
        </p:spPr>
        <p:txBody>
          <a:bodyPr/>
          <a:lstStyle/>
          <a:p>
            <a:endParaRPr lang="en-AU"/>
          </a:p>
        </p:txBody>
      </p:sp>
      <p:sp>
        <p:nvSpPr>
          <p:cNvPr id="55" name="Text 52"/>
          <p:cNvSpPr/>
          <p:nvPr/>
        </p:nvSpPr>
        <p:spPr>
          <a:xfrm>
            <a:off x="4454450" y="3955554"/>
            <a:ext cx="5589219" cy="848320"/>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/invoicebilling</a:t>
            </a:r>
            <a:endParaRPr lang="en-US" sz="1800"/>
          </a:p>
        </p:txBody>
      </p:sp>
      <p:sp>
        <p:nvSpPr>
          <p:cNvPr id="56" name="Shape 53"/>
          <p:cNvSpPr/>
          <p:nvPr/>
        </p:nvSpPr>
        <p:spPr>
          <a:xfrm>
            <a:off x="10025435" y="3888879"/>
            <a:ext cx="1123900" cy="943570"/>
          </a:xfrm>
          <a:prstGeom prst="rect">
            <a:avLst/>
          </a:prstGeom>
          <a:solidFill>
            <a:srgbClr val="E6FBF3"/>
          </a:solidFill>
          <a:ln/>
        </p:spPr>
        <p:txBody>
          <a:bodyPr/>
          <a:lstStyle/>
          <a:p>
            <a:endParaRPr lang="en-AU"/>
          </a:p>
        </p:txBody>
      </p:sp>
      <p:sp>
        <p:nvSpPr>
          <p:cNvPr id="57" name="Text 54"/>
          <p:cNvSpPr/>
          <p:nvPr/>
        </p:nvSpPr>
        <p:spPr>
          <a:xfrm>
            <a:off x="10082585" y="3955554"/>
            <a:ext cx="1009600" cy="848320"/>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58" name="Shape 55"/>
          <p:cNvSpPr/>
          <p:nvPr/>
        </p:nvSpPr>
        <p:spPr>
          <a:xfrm>
            <a:off x="11168310" y="3888879"/>
            <a:ext cx="1123900" cy="943570"/>
          </a:xfrm>
          <a:prstGeom prst="rect">
            <a:avLst/>
          </a:prstGeom>
          <a:solidFill>
            <a:srgbClr val="FFFFFF"/>
          </a:solidFill>
          <a:ln/>
        </p:spPr>
        <p:txBody>
          <a:bodyPr/>
          <a:lstStyle/>
          <a:p>
            <a:endParaRPr lang="en-AU"/>
          </a:p>
        </p:txBody>
      </p:sp>
      <p:sp>
        <p:nvSpPr>
          <p:cNvPr id="59" name="Text 56"/>
          <p:cNvSpPr/>
          <p:nvPr/>
        </p:nvSpPr>
        <p:spPr>
          <a:xfrm>
            <a:off x="11225460" y="3955554"/>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60" name="Shape 57"/>
          <p:cNvSpPr/>
          <p:nvPr/>
        </p:nvSpPr>
        <p:spPr>
          <a:xfrm>
            <a:off x="12311186" y="3888879"/>
            <a:ext cx="1219150" cy="943570"/>
          </a:xfrm>
          <a:prstGeom prst="rect">
            <a:avLst/>
          </a:prstGeom>
          <a:solidFill>
            <a:srgbClr val="FFFFFF"/>
          </a:solidFill>
          <a:ln/>
        </p:spPr>
        <p:txBody>
          <a:bodyPr/>
          <a:lstStyle/>
          <a:p>
            <a:endParaRPr lang="en-AU"/>
          </a:p>
        </p:txBody>
      </p:sp>
      <p:sp>
        <p:nvSpPr>
          <p:cNvPr id="61" name="Text 58"/>
          <p:cNvSpPr/>
          <p:nvPr/>
        </p:nvSpPr>
        <p:spPr>
          <a:xfrm>
            <a:off x="12368336" y="3955554"/>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62" name="Shape 59"/>
          <p:cNvSpPr/>
          <p:nvPr/>
        </p:nvSpPr>
        <p:spPr>
          <a:xfrm>
            <a:off x="13549313" y="3888879"/>
            <a:ext cx="1123900" cy="943570"/>
          </a:xfrm>
          <a:prstGeom prst="rect">
            <a:avLst/>
          </a:prstGeom>
          <a:solidFill>
            <a:srgbClr val="FFFFFF"/>
          </a:solidFill>
          <a:ln/>
        </p:spPr>
        <p:txBody>
          <a:bodyPr/>
          <a:lstStyle/>
          <a:p>
            <a:endParaRPr lang="en-AU"/>
          </a:p>
        </p:txBody>
      </p:sp>
      <p:sp>
        <p:nvSpPr>
          <p:cNvPr id="63" name="Text 60"/>
          <p:cNvSpPr/>
          <p:nvPr/>
        </p:nvSpPr>
        <p:spPr>
          <a:xfrm>
            <a:off x="13606463" y="3955554"/>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64" name="Shape 61"/>
          <p:cNvSpPr/>
          <p:nvPr/>
        </p:nvSpPr>
        <p:spPr>
          <a:xfrm>
            <a:off x="14692188" y="3888879"/>
            <a:ext cx="1219150" cy="943570"/>
          </a:xfrm>
          <a:prstGeom prst="rect">
            <a:avLst/>
          </a:prstGeom>
          <a:solidFill>
            <a:srgbClr val="FFFFFF"/>
          </a:solidFill>
          <a:ln/>
        </p:spPr>
        <p:txBody>
          <a:bodyPr/>
          <a:lstStyle/>
          <a:p>
            <a:endParaRPr lang="en-AU"/>
          </a:p>
        </p:txBody>
      </p:sp>
      <p:sp>
        <p:nvSpPr>
          <p:cNvPr id="65" name="Text 62"/>
          <p:cNvSpPr/>
          <p:nvPr/>
        </p:nvSpPr>
        <p:spPr>
          <a:xfrm>
            <a:off x="14749338" y="3955554"/>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66" name="Shape 63"/>
          <p:cNvSpPr/>
          <p:nvPr/>
        </p:nvSpPr>
        <p:spPr>
          <a:xfrm>
            <a:off x="682625" y="4851425"/>
            <a:ext cx="3619500" cy="943570"/>
          </a:xfrm>
          <a:prstGeom prst="rect">
            <a:avLst/>
          </a:prstGeom>
          <a:solidFill>
            <a:srgbClr val="F4F6F8"/>
          </a:solidFill>
          <a:ln/>
        </p:spPr>
        <p:txBody>
          <a:bodyPr/>
          <a:lstStyle/>
          <a:p>
            <a:endParaRPr lang="en-AU"/>
          </a:p>
        </p:txBody>
      </p:sp>
      <p:sp>
        <p:nvSpPr>
          <p:cNvPr id="67" name="Text 64"/>
          <p:cNvSpPr/>
          <p:nvPr/>
        </p:nvSpPr>
        <p:spPr>
          <a:xfrm>
            <a:off x="815950" y="4918025"/>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Supplier invoice / RCTI</a:t>
            </a:r>
            <a:endParaRPr lang="en-US" sz="1800"/>
          </a:p>
        </p:txBody>
      </p:sp>
      <p:sp>
        <p:nvSpPr>
          <p:cNvPr id="68" name="Text 65"/>
          <p:cNvSpPr/>
          <p:nvPr/>
        </p:nvSpPr>
        <p:spPr>
          <a:xfrm>
            <a:off x="815950" y="5179963"/>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PO Details (invoice, paid amount)</a:t>
            </a:r>
            <a:endParaRPr lang="en-US" sz="1800"/>
          </a:p>
        </p:txBody>
      </p:sp>
      <p:sp>
        <p:nvSpPr>
          <p:cNvPr id="69" name="Shape 66"/>
          <p:cNvSpPr/>
          <p:nvPr/>
        </p:nvSpPr>
        <p:spPr>
          <a:xfrm>
            <a:off x="4321100" y="4851425"/>
            <a:ext cx="5685358" cy="943570"/>
          </a:xfrm>
          <a:prstGeom prst="rect">
            <a:avLst/>
          </a:prstGeom>
          <a:solidFill>
            <a:srgbClr val="FFFFFF"/>
          </a:solidFill>
          <a:ln/>
        </p:spPr>
        <p:txBody>
          <a:bodyPr/>
          <a:lstStyle/>
          <a:p>
            <a:endParaRPr lang="en-AU"/>
          </a:p>
        </p:txBody>
      </p:sp>
      <p:sp>
        <p:nvSpPr>
          <p:cNvPr id="70" name="Text 67"/>
          <p:cNvSpPr/>
          <p:nvPr/>
        </p:nvSpPr>
        <p:spPr>
          <a:xfrm>
            <a:off x="4454450" y="4918100"/>
            <a:ext cx="5589219" cy="848320"/>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/RCTI – supplier invoice, payment status</a:t>
            </a:r>
            <a:endParaRPr lang="en-US" sz="1800"/>
          </a:p>
        </p:txBody>
      </p:sp>
      <p:sp>
        <p:nvSpPr>
          <p:cNvPr id="71" name="Shape 68"/>
          <p:cNvSpPr/>
          <p:nvPr/>
        </p:nvSpPr>
        <p:spPr>
          <a:xfrm>
            <a:off x="10025435" y="4851425"/>
            <a:ext cx="1123900" cy="943570"/>
          </a:xfrm>
          <a:prstGeom prst="rect">
            <a:avLst/>
          </a:prstGeom>
          <a:solidFill>
            <a:srgbClr val="E6FBF3"/>
          </a:solidFill>
          <a:ln/>
        </p:spPr>
        <p:txBody>
          <a:bodyPr/>
          <a:lstStyle/>
          <a:p>
            <a:endParaRPr lang="en-AU"/>
          </a:p>
        </p:txBody>
      </p:sp>
      <p:sp>
        <p:nvSpPr>
          <p:cNvPr id="72" name="Text 69"/>
          <p:cNvSpPr/>
          <p:nvPr/>
        </p:nvSpPr>
        <p:spPr>
          <a:xfrm>
            <a:off x="10082585" y="4918100"/>
            <a:ext cx="1009600" cy="848320"/>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73" name="Shape 70"/>
          <p:cNvSpPr/>
          <p:nvPr/>
        </p:nvSpPr>
        <p:spPr>
          <a:xfrm>
            <a:off x="11168310" y="4851425"/>
            <a:ext cx="1123900" cy="943570"/>
          </a:xfrm>
          <a:prstGeom prst="rect">
            <a:avLst/>
          </a:prstGeom>
          <a:solidFill>
            <a:srgbClr val="FFFFFF"/>
          </a:solidFill>
          <a:ln/>
        </p:spPr>
        <p:txBody>
          <a:bodyPr/>
          <a:lstStyle/>
          <a:p>
            <a:endParaRPr lang="en-AU"/>
          </a:p>
        </p:txBody>
      </p:sp>
      <p:sp>
        <p:nvSpPr>
          <p:cNvPr id="74" name="Text 71"/>
          <p:cNvSpPr/>
          <p:nvPr/>
        </p:nvSpPr>
        <p:spPr>
          <a:xfrm>
            <a:off x="11225460" y="4918100"/>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75" name="Shape 72"/>
          <p:cNvSpPr/>
          <p:nvPr/>
        </p:nvSpPr>
        <p:spPr>
          <a:xfrm>
            <a:off x="12311186" y="4851425"/>
            <a:ext cx="1219150" cy="943570"/>
          </a:xfrm>
          <a:prstGeom prst="rect">
            <a:avLst/>
          </a:prstGeom>
          <a:solidFill>
            <a:srgbClr val="FFFFFF"/>
          </a:solidFill>
          <a:ln/>
        </p:spPr>
        <p:txBody>
          <a:bodyPr/>
          <a:lstStyle/>
          <a:p>
            <a:endParaRPr lang="en-AU"/>
          </a:p>
        </p:txBody>
      </p:sp>
      <p:sp>
        <p:nvSpPr>
          <p:cNvPr id="76" name="Text 73"/>
          <p:cNvSpPr/>
          <p:nvPr/>
        </p:nvSpPr>
        <p:spPr>
          <a:xfrm>
            <a:off x="12368336" y="4918100"/>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77" name="Shape 74"/>
          <p:cNvSpPr/>
          <p:nvPr/>
        </p:nvSpPr>
        <p:spPr>
          <a:xfrm>
            <a:off x="13549313" y="4851425"/>
            <a:ext cx="1123900" cy="943570"/>
          </a:xfrm>
          <a:prstGeom prst="rect">
            <a:avLst/>
          </a:prstGeom>
          <a:solidFill>
            <a:srgbClr val="FFFFFF"/>
          </a:solidFill>
          <a:ln/>
        </p:spPr>
        <p:txBody>
          <a:bodyPr/>
          <a:lstStyle/>
          <a:p>
            <a:endParaRPr lang="en-AU"/>
          </a:p>
        </p:txBody>
      </p:sp>
      <p:sp>
        <p:nvSpPr>
          <p:cNvPr id="78" name="Text 75"/>
          <p:cNvSpPr/>
          <p:nvPr/>
        </p:nvSpPr>
        <p:spPr>
          <a:xfrm>
            <a:off x="13606463" y="4918100"/>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79" name="Shape 76"/>
          <p:cNvSpPr/>
          <p:nvPr/>
        </p:nvSpPr>
        <p:spPr>
          <a:xfrm>
            <a:off x="14692188" y="4851425"/>
            <a:ext cx="1219150" cy="943570"/>
          </a:xfrm>
          <a:prstGeom prst="rect">
            <a:avLst/>
          </a:prstGeom>
          <a:solidFill>
            <a:srgbClr val="FFFFFF"/>
          </a:solidFill>
          <a:ln/>
        </p:spPr>
        <p:txBody>
          <a:bodyPr/>
          <a:lstStyle/>
          <a:p>
            <a:endParaRPr lang="en-AU"/>
          </a:p>
        </p:txBody>
      </p:sp>
      <p:sp>
        <p:nvSpPr>
          <p:cNvPr id="80" name="Text 77"/>
          <p:cNvSpPr/>
          <p:nvPr/>
        </p:nvSpPr>
        <p:spPr>
          <a:xfrm>
            <a:off x="14749338" y="4918100"/>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81" name="Shape 78"/>
          <p:cNvSpPr/>
          <p:nvPr/>
        </p:nvSpPr>
        <p:spPr>
          <a:xfrm>
            <a:off x="682625" y="5813971"/>
            <a:ext cx="3619500" cy="1205508"/>
          </a:xfrm>
          <a:prstGeom prst="rect">
            <a:avLst/>
          </a:prstGeom>
          <a:solidFill>
            <a:srgbClr val="F4F6F8"/>
          </a:solidFill>
          <a:ln/>
        </p:spPr>
        <p:txBody>
          <a:bodyPr/>
          <a:lstStyle/>
          <a:p>
            <a:endParaRPr lang="en-AU"/>
          </a:p>
        </p:txBody>
      </p:sp>
      <p:sp>
        <p:nvSpPr>
          <p:cNvPr id="82" name="Text 79"/>
          <p:cNvSpPr/>
          <p:nvPr/>
        </p:nvSpPr>
        <p:spPr>
          <a:xfrm>
            <a:off x="815950" y="5880571"/>
            <a:ext cx="3453435" cy="561975"/>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Project time &amp; equipment usage</a:t>
            </a:r>
            <a:endParaRPr lang="en-US" sz="1800"/>
          </a:p>
        </p:txBody>
      </p:sp>
      <p:sp>
        <p:nvSpPr>
          <p:cNvPr id="83" name="Text 80"/>
          <p:cNvSpPr/>
          <p:nvPr/>
        </p:nvSpPr>
        <p:spPr>
          <a:xfrm>
            <a:off x="815950" y="6404446"/>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a:solidFill>
                  <a:srgbClr val="5A6470"/>
                </a:solidFill>
                <a:latin typeface="Arial" pitchFamily="34" charset="0"/>
                <a:ea typeface="Arial" pitchFamily="34" charset="-122"/>
                <a:cs typeface="Arial" pitchFamily="34" charset="-120"/>
              </a:rPr>
              <a:t>Jobpac: Jobpac GL (job-costed transactions)</a:t>
            </a:r>
            <a:endParaRPr lang="en-US" sz="1800"/>
          </a:p>
        </p:txBody>
      </p:sp>
      <p:sp>
        <p:nvSpPr>
          <p:cNvPr id="84" name="Shape 81"/>
          <p:cNvSpPr/>
          <p:nvPr/>
        </p:nvSpPr>
        <p:spPr>
          <a:xfrm>
            <a:off x="4321100" y="5813971"/>
            <a:ext cx="5685358" cy="1205508"/>
          </a:xfrm>
          <a:prstGeom prst="rect">
            <a:avLst/>
          </a:prstGeom>
          <a:solidFill>
            <a:srgbClr val="FFFFFF"/>
          </a:solidFill>
          <a:ln/>
        </p:spPr>
        <p:txBody>
          <a:bodyPr/>
          <a:lstStyle/>
          <a:p>
            <a:endParaRPr lang="en-AU"/>
          </a:p>
        </p:txBody>
      </p:sp>
      <p:sp>
        <p:nvSpPr>
          <p:cNvPr id="85" name="Text 82"/>
          <p:cNvSpPr/>
          <p:nvPr/>
        </p:nvSpPr>
        <p:spPr>
          <a:xfrm>
            <a:off x="4454450" y="5880646"/>
            <a:ext cx="5589219" cy="1110258"/>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/journalentry – cost and quantity by WBS</a:t>
            </a:r>
            <a:endParaRPr lang="en-US" sz="1800"/>
          </a:p>
        </p:txBody>
      </p:sp>
      <p:sp>
        <p:nvSpPr>
          <p:cNvPr id="86" name="Shape 83"/>
          <p:cNvSpPr/>
          <p:nvPr/>
        </p:nvSpPr>
        <p:spPr>
          <a:xfrm>
            <a:off x="10025435" y="5813971"/>
            <a:ext cx="1123900" cy="1205508"/>
          </a:xfrm>
          <a:prstGeom prst="rect">
            <a:avLst/>
          </a:prstGeom>
          <a:solidFill>
            <a:srgbClr val="E6FBF3"/>
          </a:solidFill>
          <a:ln/>
        </p:spPr>
        <p:txBody>
          <a:bodyPr/>
          <a:lstStyle/>
          <a:p>
            <a:endParaRPr lang="en-AU"/>
          </a:p>
        </p:txBody>
      </p:sp>
      <p:sp>
        <p:nvSpPr>
          <p:cNvPr id="87" name="Text 84"/>
          <p:cNvSpPr/>
          <p:nvPr/>
        </p:nvSpPr>
        <p:spPr>
          <a:xfrm>
            <a:off x="10082585" y="5880646"/>
            <a:ext cx="1009600" cy="1110258"/>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88" name="Shape 85"/>
          <p:cNvSpPr/>
          <p:nvPr/>
        </p:nvSpPr>
        <p:spPr>
          <a:xfrm>
            <a:off x="11168310" y="5813971"/>
            <a:ext cx="1123900" cy="1205508"/>
          </a:xfrm>
          <a:prstGeom prst="rect">
            <a:avLst/>
          </a:prstGeom>
          <a:solidFill>
            <a:srgbClr val="FFFFFF"/>
          </a:solidFill>
          <a:ln/>
        </p:spPr>
        <p:txBody>
          <a:bodyPr/>
          <a:lstStyle/>
          <a:p>
            <a:endParaRPr lang="en-AU"/>
          </a:p>
        </p:txBody>
      </p:sp>
      <p:sp>
        <p:nvSpPr>
          <p:cNvPr id="89" name="Text 86"/>
          <p:cNvSpPr/>
          <p:nvPr/>
        </p:nvSpPr>
        <p:spPr>
          <a:xfrm>
            <a:off x="11225460" y="5880646"/>
            <a:ext cx="1009600" cy="1110258"/>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90" name="Shape 87"/>
          <p:cNvSpPr/>
          <p:nvPr/>
        </p:nvSpPr>
        <p:spPr>
          <a:xfrm>
            <a:off x="12311186" y="5813971"/>
            <a:ext cx="1219150" cy="1205508"/>
          </a:xfrm>
          <a:prstGeom prst="rect">
            <a:avLst/>
          </a:prstGeom>
          <a:solidFill>
            <a:srgbClr val="FFFFFF"/>
          </a:solidFill>
          <a:ln/>
        </p:spPr>
        <p:txBody>
          <a:bodyPr/>
          <a:lstStyle/>
          <a:p>
            <a:endParaRPr lang="en-AU"/>
          </a:p>
        </p:txBody>
      </p:sp>
      <p:sp>
        <p:nvSpPr>
          <p:cNvPr id="91" name="Text 88"/>
          <p:cNvSpPr/>
          <p:nvPr/>
        </p:nvSpPr>
        <p:spPr>
          <a:xfrm>
            <a:off x="12368336" y="5880646"/>
            <a:ext cx="1104850" cy="1110258"/>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92" name="Shape 89"/>
          <p:cNvSpPr/>
          <p:nvPr/>
        </p:nvSpPr>
        <p:spPr>
          <a:xfrm>
            <a:off x="13549313" y="5813971"/>
            <a:ext cx="1123900" cy="1205508"/>
          </a:xfrm>
          <a:prstGeom prst="rect">
            <a:avLst/>
          </a:prstGeom>
          <a:solidFill>
            <a:srgbClr val="FFFFFF"/>
          </a:solidFill>
          <a:ln/>
        </p:spPr>
        <p:txBody>
          <a:bodyPr/>
          <a:lstStyle/>
          <a:p>
            <a:endParaRPr lang="en-AU"/>
          </a:p>
        </p:txBody>
      </p:sp>
      <p:sp>
        <p:nvSpPr>
          <p:cNvPr id="93" name="Text 90"/>
          <p:cNvSpPr/>
          <p:nvPr/>
        </p:nvSpPr>
        <p:spPr>
          <a:xfrm>
            <a:off x="13606463" y="5880646"/>
            <a:ext cx="1009600" cy="1110258"/>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94" name="Shape 91"/>
          <p:cNvSpPr/>
          <p:nvPr/>
        </p:nvSpPr>
        <p:spPr>
          <a:xfrm>
            <a:off x="14692188" y="5813971"/>
            <a:ext cx="1219150" cy="1205508"/>
          </a:xfrm>
          <a:prstGeom prst="rect">
            <a:avLst/>
          </a:prstGeom>
          <a:solidFill>
            <a:srgbClr val="FFFFFF"/>
          </a:solidFill>
          <a:ln/>
        </p:spPr>
        <p:txBody>
          <a:bodyPr/>
          <a:lstStyle/>
          <a:p>
            <a:endParaRPr lang="en-AU"/>
          </a:p>
        </p:txBody>
      </p:sp>
      <p:sp>
        <p:nvSpPr>
          <p:cNvPr id="95" name="Text 92"/>
          <p:cNvSpPr/>
          <p:nvPr/>
        </p:nvSpPr>
        <p:spPr>
          <a:xfrm>
            <a:off x="14749338" y="5880646"/>
            <a:ext cx="1104850" cy="1110258"/>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96" name="Shape 93"/>
          <p:cNvSpPr/>
          <p:nvPr/>
        </p:nvSpPr>
        <p:spPr>
          <a:xfrm>
            <a:off x="682625" y="7038454"/>
            <a:ext cx="3619500" cy="943570"/>
          </a:xfrm>
          <a:prstGeom prst="rect">
            <a:avLst/>
          </a:prstGeom>
          <a:solidFill>
            <a:srgbClr val="F4F6F8"/>
          </a:solidFill>
          <a:ln/>
        </p:spPr>
        <p:txBody>
          <a:bodyPr/>
          <a:lstStyle/>
          <a:p>
            <a:endParaRPr lang="en-AU"/>
          </a:p>
        </p:txBody>
      </p:sp>
      <p:sp>
        <p:nvSpPr>
          <p:cNvPr id="97" name="Text 94"/>
          <p:cNvSpPr/>
          <p:nvPr/>
        </p:nvSpPr>
        <p:spPr>
          <a:xfrm>
            <a:off x="815950" y="7105055"/>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Available stock query</a:t>
            </a:r>
            <a:endParaRPr lang="en-US" sz="1800"/>
          </a:p>
        </p:txBody>
      </p:sp>
      <p:sp>
        <p:nvSpPr>
          <p:cNvPr id="98" name="Text 95"/>
          <p:cNvSpPr/>
          <p:nvPr/>
        </p:nvSpPr>
        <p:spPr>
          <a:xfrm>
            <a:off x="815950" y="7366992"/>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a:solidFill>
                  <a:srgbClr val="5A6470"/>
                </a:solidFill>
                <a:latin typeface="Arial" pitchFamily="34" charset="0"/>
                <a:ea typeface="Arial" pitchFamily="34" charset="-122"/>
                <a:cs typeface="Arial" pitchFamily="34" charset="-120"/>
              </a:rPr>
              <a:t>Jobpac: Inventory details and cost</a:t>
            </a:r>
            <a:endParaRPr lang="en-US" sz="1800"/>
          </a:p>
        </p:txBody>
      </p:sp>
      <p:sp>
        <p:nvSpPr>
          <p:cNvPr id="99" name="Shape 96"/>
          <p:cNvSpPr/>
          <p:nvPr/>
        </p:nvSpPr>
        <p:spPr>
          <a:xfrm>
            <a:off x="4321100" y="7038454"/>
            <a:ext cx="5685358" cy="943570"/>
          </a:xfrm>
          <a:prstGeom prst="rect">
            <a:avLst/>
          </a:prstGeom>
          <a:solidFill>
            <a:srgbClr val="FFFFFF"/>
          </a:solidFill>
          <a:ln/>
        </p:spPr>
        <p:txBody>
          <a:bodyPr/>
          <a:lstStyle/>
          <a:p>
            <a:endParaRPr lang="en-AU"/>
          </a:p>
        </p:txBody>
      </p:sp>
      <p:sp>
        <p:nvSpPr>
          <p:cNvPr id="100" name="Text 97"/>
          <p:cNvSpPr/>
          <p:nvPr/>
        </p:nvSpPr>
        <p:spPr>
          <a:xfrm>
            <a:off x="4454450" y="7105129"/>
            <a:ext cx="5589219" cy="848320"/>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Product master + material stock; /journalentry for cost</a:t>
            </a:r>
            <a:endParaRPr lang="en-US" sz="1800"/>
          </a:p>
        </p:txBody>
      </p:sp>
      <p:sp>
        <p:nvSpPr>
          <p:cNvPr id="101" name="Shape 98"/>
          <p:cNvSpPr/>
          <p:nvPr/>
        </p:nvSpPr>
        <p:spPr>
          <a:xfrm>
            <a:off x="10025435" y="7038454"/>
            <a:ext cx="1123900" cy="943570"/>
          </a:xfrm>
          <a:prstGeom prst="rect">
            <a:avLst/>
          </a:prstGeom>
          <a:solidFill>
            <a:srgbClr val="E6FBF3"/>
          </a:solidFill>
          <a:ln/>
        </p:spPr>
        <p:txBody>
          <a:bodyPr/>
          <a:lstStyle/>
          <a:p>
            <a:endParaRPr lang="en-AU"/>
          </a:p>
        </p:txBody>
      </p:sp>
      <p:sp>
        <p:nvSpPr>
          <p:cNvPr id="102" name="Text 99"/>
          <p:cNvSpPr/>
          <p:nvPr/>
        </p:nvSpPr>
        <p:spPr>
          <a:xfrm>
            <a:off x="10082585" y="7105129"/>
            <a:ext cx="1009600" cy="848320"/>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103" name="Shape 100"/>
          <p:cNvSpPr/>
          <p:nvPr/>
        </p:nvSpPr>
        <p:spPr>
          <a:xfrm>
            <a:off x="11168310" y="7038454"/>
            <a:ext cx="1123900" cy="943570"/>
          </a:xfrm>
          <a:prstGeom prst="rect">
            <a:avLst/>
          </a:prstGeom>
          <a:solidFill>
            <a:srgbClr val="FFFFFF"/>
          </a:solidFill>
          <a:ln/>
        </p:spPr>
        <p:txBody>
          <a:bodyPr/>
          <a:lstStyle/>
          <a:p>
            <a:endParaRPr lang="en-AU"/>
          </a:p>
        </p:txBody>
      </p:sp>
      <p:sp>
        <p:nvSpPr>
          <p:cNvPr id="104" name="Text 101"/>
          <p:cNvSpPr/>
          <p:nvPr/>
        </p:nvSpPr>
        <p:spPr>
          <a:xfrm>
            <a:off x="11225460" y="7105129"/>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105" name="Shape 102"/>
          <p:cNvSpPr/>
          <p:nvPr/>
        </p:nvSpPr>
        <p:spPr>
          <a:xfrm>
            <a:off x="12311186" y="7038454"/>
            <a:ext cx="1219150" cy="943570"/>
          </a:xfrm>
          <a:prstGeom prst="rect">
            <a:avLst/>
          </a:prstGeom>
          <a:solidFill>
            <a:srgbClr val="FFFFFF"/>
          </a:solidFill>
          <a:ln/>
        </p:spPr>
        <p:txBody>
          <a:bodyPr/>
          <a:lstStyle/>
          <a:p>
            <a:endParaRPr lang="en-AU"/>
          </a:p>
        </p:txBody>
      </p:sp>
      <p:sp>
        <p:nvSpPr>
          <p:cNvPr id="106" name="Text 103"/>
          <p:cNvSpPr/>
          <p:nvPr/>
        </p:nvSpPr>
        <p:spPr>
          <a:xfrm>
            <a:off x="12368336" y="7105129"/>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107" name="Shape 104"/>
          <p:cNvSpPr/>
          <p:nvPr/>
        </p:nvSpPr>
        <p:spPr>
          <a:xfrm>
            <a:off x="13549313" y="7038454"/>
            <a:ext cx="1123900" cy="943570"/>
          </a:xfrm>
          <a:prstGeom prst="rect">
            <a:avLst/>
          </a:prstGeom>
          <a:solidFill>
            <a:srgbClr val="FFFFFF"/>
          </a:solidFill>
          <a:ln/>
        </p:spPr>
        <p:txBody>
          <a:bodyPr/>
          <a:lstStyle/>
          <a:p>
            <a:endParaRPr lang="en-AU"/>
          </a:p>
        </p:txBody>
      </p:sp>
      <p:sp>
        <p:nvSpPr>
          <p:cNvPr id="108" name="Text 105"/>
          <p:cNvSpPr/>
          <p:nvPr/>
        </p:nvSpPr>
        <p:spPr>
          <a:xfrm>
            <a:off x="13606463" y="7105129"/>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Pull</a:t>
            </a:r>
            <a:endParaRPr lang="en-US" sz="1800"/>
          </a:p>
        </p:txBody>
      </p:sp>
      <p:sp>
        <p:nvSpPr>
          <p:cNvPr id="109" name="Shape 106"/>
          <p:cNvSpPr/>
          <p:nvPr/>
        </p:nvSpPr>
        <p:spPr>
          <a:xfrm>
            <a:off x="14692188" y="7038454"/>
            <a:ext cx="1219150" cy="943570"/>
          </a:xfrm>
          <a:prstGeom prst="rect">
            <a:avLst/>
          </a:prstGeom>
          <a:solidFill>
            <a:srgbClr val="FFFFFF"/>
          </a:solidFill>
          <a:ln/>
        </p:spPr>
        <p:txBody>
          <a:bodyPr/>
          <a:lstStyle/>
          <a:p>
            <a:endParaRPr lang="en-AU"/>
          </a:p>
        </p:txBody>
      </p:sp>
      <p:sp>
        <p:nvSpPr>
          <p:cNvPr id="110" name="Text 107"/>
          <p:cNvSpPr/>
          <p:nvPr/>
        </p:nvSpPr>
        <p:spPr>
          <a:xfrm>
            <a:off x="14749338" y="7105129"/>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111" name="Shape 108"/>
          <p:cNvSpPr/>
          <p:nvPr/>
        </p:nvSpPr>
        <p:spPr>
          <a:xfrm>
            <a:off x="682625" y="8001000"/>
            <a:ext cx="3619500" cy="943570"/>
          </a:xfrm>
          <a:prstGeom prst="rect">
            <a:avLst/>
          </a:prstGeom>
          <a:solidFill>
            <a:srgbClr val="F4F6F8"/>
          </a:solidFill>
          <a:ln/>
        </p:spPr>
        <p:txBody>
          <a:bodyPr/>
          <a:lstStyle/>
          <a:p>
            <a:endParaRPr lang="en-AU"/>
          </a:p>
        </p:txBody>
      </p:sp>
      <p:sp>
        <p:nvSpPr>
          <p:cNvPr id="112" name="Text 109"/>
          <p:cNvSpPr/>
          <p:nvPr/>
        </p:nvSpPr>
        <p:spPr>
          <a:xfrm>
            <a:off x="815950" y="8067601"/>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All PO</a:t>
            </a:r>
            <a:endParaRPr lang="en-US" sz="1800"/>
          </a:p>
        </p:txBody>
      </p:sp>
      <p:sp>
        <p:nvSpPr>
          <p:cNvPr id="113" name="Text 110"/>
          <p:cNvSpPr/>
          <p:nvPr/>
        </p:nvSpPr>
        <p:spPr>
          <a:xfrm>
            <a:off x="815950" y="8329538"/>
            <a:ext cx="3453435" cy="586532"/>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PO Request (X.2 / X.3) and PO Details</a:t>
            </a:r>
            <a:endParaRPr lang="en-US" sz="1800"/>
          </a:p>
        </p:txBody>
      </p:sp>
      <p:sp>
        <p:nvSpPr>
          <p:cNvPr id="114" name="Shape 111"/>
          <p:cNvSpPr/>
          <p:nvPr/>
        </p:nvSpPr>
        <p:spPr>
          <a:xfrm>
            <a:off x="4321100" y="8001000"/>
            <a:ext cx="5685358" cy="943570"/>
          </a:xfrm>
          <a:prstGeom prst="rect">
            <a:avLst/>
          </a:prstGeom>
          <a:solidFill>
            <a:srgbClr val="FFFFFF"/>
          </a:solidFill>
          <a:ln/>
        </p:spPr>
        <p:txBody>
          <a:bodyPr/>
          <a:lstStyle/>
          <a:p>
            <a:endParaRPr lang="en-AU"/>
          </a:p>
        </p:txBody>
      </p:sp>
      <p:sp>
        <p:nvSpPr>
          <p:cNvPr id="115" name="Text 112"/>
          <p:cNvSpPr/>
          <p:nvPr/>
        </p:nvSpPr>
        <p:spPr>
          <a:xfrm>
            <a:off x="4454450" y="8067675"/>
            <a:ext cx="5589219" cy="848320"/>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Purchase order list – header, items, history</a:t>
            </a:r>
            <a:endParaRPr lang="en-US" sz="1800"/>
          </a:p>
        </p:txBody>
      </p:sp>
      <p:sp>
        <p:nvSpPr>
          <p:cNvPr id="116" name="Shape 113"/>
          <p:cNvSpPr/>
          <p:nvPr/>
        </p:nvSpPr>
        <p:spPr>
          <a:xfrm>
            <a:off x="10025435" y="8001000"/>
            <a:ext cx="1123900" cy="943570"/>
          </a:xfrm>
          <a:prstGeom prst="rect">
            <a:avLst/>
          </a:prstGeom>
          <a:solidFill>
            <a:srgbClr val="E6FBF3"/>
          </a:solidFill>
          <a:ln/>
        </p:spPr>
        <p:txBody>
          <a:bodyPr/>
          <a:lstStyle/>
          <a:p>
            <a:endParaRPr lang="en-AU"/>
          </a:p>
        </p:txBody>
      </p:sp>
      <p:sp>
        <p:nvSpPr>
          <p:cNvPr id="117" name="Text 114"/>
          <p:cNvSpPr/>
          <p:nvPr/>
        </p:nvSpPr>
        <p:spPr>
          <a:xfrm>
            <a:off x="10082585" y="8067675"/>
            <a:ext cx="1009600" cy="848320"/>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118" name="Shape 115"/>
          <p:cNvSpPr/>
          <p:nvPr/>
        </p:nvSpPr>
        <p:spPr>
          <a:xfrm>
            <a:off x="11168310" y="8001000"/>
            <a:ext cx="1123900" cy="943570"/>
          </a:xfrm>
          <a:prstGeom prst="rect">
            <a:avLst/>
          </a:prstGeom>
          <a:solidFill>
            <a:srgbClr val="FFFFFF"/>
          </a:solidFill>
          <a:ln/>
        </p:spPr>
        <p:txBody>
          <a:bodyPr/>
          <a:lstStyle/>
          <a:p>
            <a:endParaRPr lang="en-AU"/>
          </a:p>
        </p:txBody>
      </p:sp>
      <p:sp>
        <p:nvSpPr>
          <p:cNvPr id="119" name="Text 116"/>
          <p:cNvSpPr/>
          <p:nvPr/>
        </p:nvSpPr>
        <p:spPr>
          <a:xfrm>
            <a:off x="11225460" y="8067675"/>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No</a:t>
            </a:r>
            <a:endParaRPr lang="en-US" sz="1800"/>
          </a:p>
        </p:txBody>
      </p:sp>
      <p:sp>
        <p:nvSpPr>
          <p:cNvPr id="120" name="Shape 117"/>
          <p:cNvSpPr/>
          <p:nvPr/>
        </p:nvSpPr>
        <p:spPr>
          <a:xfrm>
            <a:off x="12311186" y="8001000"/>
            <a:ext cx="1219150" cy="943570"/>
          </a:xfrm>
          <a:prstGeom prst="rect">
            <a:avLst/>
          </a:prstGeom>
          <a:solidFill>
            <a:srgbClr val="FFFFFF"/>
          </a:solidFill>
          <a:ln/>
        </p:spPr>
        <p:txBody>
          <a:bodyPr/>
          <a:lstStyle/>
          <a:p>
            <a:endParaRPr lang="en-AU"/>
          </a:p>
        </p:txBody>
      </p:sp>
      <p:sp>
        <p:nvSpPr>
          <p:cNvPr id="121" name="Text 118"/>
          <p:cNvSpPr/>
          <p:nvPr/>
        </p:nvSpPr>
        <p:spPr>
          <a:xfrm>
            <a:off x="12368336" y="8067675"/>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No</a:t>
            </a:r>
            <a:endParaRPr lang="en-US" sz="1800"/>
          </a:p>
        </p:txBody>
      </p:sp>
      <p:sp>
        <p:nvSpPr>
          <p:cNvPr id="122" name="Shape 119"/>
          <p:cNvSpPr/>
          <p:nvPr/>
        </p:nvSpPr>
        <p:spPr>
          <a:xfrm>
            <a:off x="13549313" y="8001000"/>
            <a:ext cx="1123900" cy="943570"/>
          </a:xfrm>
          <a:prstGeom prst="rect">
            <a:avLst/>
          </a:prstGeom>
          <a:solidFill>
            <a:srgbClr val="FFFFFF"/>
          </a:solidFill>
          <a:ln/>
        </p:spPr>
        <p:txBody>
          <a:bodyPr/>
          <a:lstStyle/>
          <a:p>
            <a:endParaRPr lang="en-AU"/>
          </a:p>
        </p:txBody>
      </p:sp>
      <p:sp>
        <p:nvSpPr>
          <p:cNvPr id="123" name="Text 120"/>
          <p:cNvSpPr/>
          <p:nvPr/>
        </p:nvSpPr>
        <p:spPr>
          <a:xfrm>
            <a:off x="13606463" y="8067675"/>
            <a:ext cx="100960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No</a:t>
            </a:r>
            <a:endParaRPr lang="en-US" sz="1800"/>
          </a:p>
        </p:txBody>
      </p:sp>
      <p:sp>
        <p:nvSpPr>
          <p:cNvPr id="124" name="Shape 121"/>
          <p:cNvSpPr/>
          <p:nvPr/>
        </p:nvSpPr>
        <p:spPr>
          <a:xfrm>
            <a:off x="14692188" y="8001000"/>
            <a:ext cx="1219150" cy="943570"/>
          </a:xfrm>
          <a:prstGeom prst="rect">
            <a:avLst/>
          </a:prstGeom>
          <a:solidFill>
            <a:srgbClr val="FFFFFF"/>
          </a:solidFill>
          <a:ln/>
        </p:spPr>
        <p:txBody>
          <a:bodyPr/>
          <a:lstStyle/>
          <a:p>
            <a:endParaRPr lang="en-AU"/>
          </a:p>
        </p:txBody>
      </p:sp>
      <p:sp>
        <p:nvSpPr>
          <p:cNvPr id="125" name="Text 122"/>
          <p:cNvSpPr/>
          <p:nvPr/>
        </p:nvSpPr>
        <p:spPr>
          <a:xfrm>
            <a:off x="14749338" y="8067675"/>
            <a:ext cx="1104850" cy="848320"/>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No</a:t>
            </a:r>
            <a:endParaRPr lang="en-US" sz="1800"/>
          </a:p>
        </p:txBody>
      </p:sp>
      <p:sp>
        <p:nvSpPr>
          <p:cNvPr id="126" name="Shape 123"/>
          <p:cNvSpPr/>
          <p:nvPr/>
        </p:nvSpPr>
        <p:spPr>
          <a:xfrm>
            <a:off x="682625" y="8963546"/>
            <a:ext cx="3619500" cy="1217786"/>
          </a:xfrm>
          <a:prstGeom prst="rect">
            <a:avLst/>
          </a:prstGeom>
          <a:solidFill>
            <a:srgbClr val="F4F6F8"/>
          </a:solidFill>
          <a:ln/>
        </p:spPr>
        <p:txBody>
          <a:bodyPr/>
          <a:lstStyle/>
          <a:p>
            <a:endParaRPr lang="en-AU"/>
          </a:p>
        </p:txBody>
      </p:sp>
      <p:sp>
        <p:nvSpPr>
          <p:cNvPr id="127" name="Text 124"/>
          <p:cNvSpPr/>
          <p:nvPr/>
        </p:nvSpPr>
        <p:spPr>
          <a:xfrm>
            <a:off x="815950" y="9030146"/>
            <a:ext cx="3688134" cy="300038"/>
          </a:xfrm>
          <a:prstGeom prst="rect">
            <a:avLst/>
          </a:prstGeom>
          <a:noFill/>
          <a:ln/>
        </p:spPr>
        <p:txBody>
          <a:bodyPr wrap="square" lIns="25400" tIns="25400" rIns="25400" bIns="25400" rtlCol="0" anchor="t">
            <a:normAutofit lnSpcReduction="10000"/>
          </a:bodyPr>
          <a:lstStyle/>
          <a:p>
            <a:pPr marL="0" indent="0" algn="l">
              <a:buNone/>
            </a:pPr>
            <a:r>
              <a:rPr lang="en-US" sz="1800" b="1">
                <a:solidFill>
                  <a:srgbClr val="1E1E1E"/>
                </a:solidFill>
                <a:latin typeface="Arial" pitchFamily="34" charset="0"/>
                <a:ea typeface="Arial" pitchFamily="34" charset="-122"/>
                <a:cs typeface="Arial" pitchFamily="34" charset="-120"/>
              </a:rPr>
              <a:t>Job financial summary</a:t>
            </a:r>
            <a:endParaRPr lang="en-US" sz="1800"/>
          </a:p>
        </p:txBody>
      </p:sp>
      <p:sp>
        <p:nvSpPr>
          <p:cNvPr id="128" name="Text 125"/>
          <p:cNvSpPr/>
          <p:nvPr/>
        </p:nvSpPr>
        <p:spPr>
          <a:xfrm>
            <a:off x="815950" y="9292084"/>
            <a:ext cx="3453435" cy="860747"/>
          </a:xfrm>
          <a:prstGeom prst="rect">
            <a:avLst/>
          </a:prstGeom>
          <a:noFill/>
          <a:ln/>
        </p:spPr>
        <p:txBody>
          <a:bodyPr wrap="square" lIns="25400" tIns="25400" rIns="25400" bIns="25400" rtlCol="0" anchor="t">
            <a:normAutofit lnSpcReduction="10000"/>
          </a:bodyPr>
          <a:lstStyle/>
          <a:p>
            <a:pPr marL="0" indent="0" algn="l">
              <a:lnSpc>
                <a:spcPct val="104727"/>
              </a:lnSpc>
              <a:buNone/>
            </a:pPr>
            <a:r>
              <a:rPr lang="en-US" sz="1800" err="1">
                <a:solidFill>
                  <a:srgbClr val="5A6470"/>
                </a:solidFill>
                <a:latin typeface="Arial" pitchFamily="34" charset="0"/>
                <a:ea typeface="Arial" pitchFamily="34" charset="-122"/>
                <a:cs typeface="Arial" pitchFamily="34" charset="-120"/>
              </a:rPr>
              <a:t>Jobpac</a:t>
            </a:r>
            <a:r>
              <a:rPr lang="en-US" sz="1800">
                <a:solidFill>
                  <a:srgbClr val="5A6470"/>
                </a:solidFill>
                <a:latin typeface="Arial" pitchFamily="34" charset="0"/>
                <a:ea typeface="Arial" pitchFamily="34" charset="-122"/>
                <a:cs typeface="Arial" pitchFamily="34" charset="-120"/>
              </a:rPr>
              <a:t>: Finance Summary (committed, actual, paid, outstanding)</a:t>
            </a:r>
            <a:endParaRPr lang="en-US" sz="1800"/>
          </a:p>
        </p:txBody>
      </p:sp>
      <p:sp>
        <p:nvSpPr>
          <p:cNvPr id="129" name="Shape 126"/>
          <p:cNvSpPr/>
          <p:nvPr/>
        </p:nvSpPr>
        <p:spPr>
          <a:xfrm>
            <a:off x="4321100" y="8963546"/>
            <a:ext cx="5685358" cy="1217786"/>
          </a:xfrm>
          <a:prstGeom prst="rect">
            <a:avLst/>
          </a:prstGeom>
          <a:solidFill>
            <a:srgbClr val="FFFFFF"/>
          </a:solidFill>
          <a:ln/>
        </p:spPr>
        <p:txBody>
          <a:bodyPr/>
          <a:lstStyle/>
          <a:p>
            <a:endParaRPr lang="en-AU"/>
          </a:p>
        </p:txBody>
      </p:sp>
      <p:sp>
        <p:nvSpPr>
          <p:cNvPr id="130" name="Text 127"/>
          <p:cNvSpPr/>
          <p:nvPr/>
        </p:nvSpPr>
        <p:spPr>
          <a:xfrm>
            <a:off x="4454450" y="9030221"/>
            <a:ext cx="5589219" cy="1122536"/>
          </a:xfrm>
          <a:prstGeom prst="rect">
            <a:avLst/>
          </a:prstGeom>
          <a:noFill/>
          <a:ln/>
        </p:spPr>
        <p:txBody>
          <a:bodyPr wrap="square" lIns="25400" tIns="25400" rIns="25400" bIns="25400" rtlCol="0" anchor="t">
            <a:normAutofit/>
          </a:bodyPr>
          <a:lstStyle/>
          <a:p>
            <a:pPr marL="0" indent="0" algn="l">
              <a:lnSpc>
                <a:spcPct val="109091"/>
              </a:lnSpc>
              <a:buNone/>
            </a:pPr>
            <a:r>
              <a:rPr lang="en-US" sz="1800">
                <a:solidFill>
                  <a:srgbClr val="1E1E1E"/>
                </a:solidFill>
                <a:latin typeface="Arial" pitchFamily="34" charset="0"/>
                <a:ea typeface="Arial" pitchFamily="34" charset="-122"/>
                <a:cs typeface="Arial" pitchFamily="34" charset="-120"/>
              </a:rPr>
              <a:t>Enterprise project + /journalentry by cost type</a:t>
            </a:r>
            <a:endParaRPr lang="en-US" sz="1800"/>
          </a:p>
        </p:txBody>
      </p:sp>
      <p:sp>
        <p:nvSpPr>
          <p:cNvPr id="131" name="Shape 128"/>
          <p:cNvSpPr/>
          <p:nvPr/>
        </p:nvSpPr>
        <p:spPr>
          <a:xfrm>
            <a:off x="10025435" y="8963546"/>
            <a:ext cx="1123900" cy="1217786"/>
          </a:xfrm>
          <a:prstGeom prst="rect">
            <a:avLst/>
          </a:prstGeom>
          <a:solidFill>
            <a:srgbClr val="E6FBF3"/>
          </a:solidFill>
          <a:ln/>
        </p:spPr>
        <p:txBody>
          <a:bodyPr/>
          <a:lstStyle/>
          <a:p>
            <a:endParaRPr lang="en-AU"/>
          </a:p>
        </p:txBody>
      </p:sp>
      <p:sp>
        <p:nvSpPr>
          <p:cNvPr id="132" name="Text 129"/>
          <p:cNvSpPr/>
          <p:nvPr/>
        </p:nvSpPr>
        <p:spPr>
          <a:xfrm>
            <a:off x="10082585" y="9030221"/>
            <a:ext cx="1009600" cy="1122536"/>
          </a:xfrm>
          <a:prstGeom prst="rect">
            <a:avLst/>
          </a:prstGeom>
          <a:noFill/>
          <a:ln/>
        </p:spPr>
        <p:txBody>
          <a:bodyPr wrap="square" lIns="25400" tIns="25400" rIns="25400" bIns="25400" rtlCol="0" anchor="t">
            <a:normAutofit/>
          </a:bodyPr>
          <a:lstStyle/>
          <a:p>
            <a:pPr marL="0" indent="0" algn="ctr">
              <a:buNone/>
            </a:pPr>
            <a:r>
              <a:rPr lang="en-US" sz="1800" b="1">
                <a:solidFill>
                  <a:srgbClr val="1E1E1E"/>
                </a:solidFill>
                <a:latin typeface="Arial" pitchFamily="34" charset="0"/>
                <a:ea typeface="Arial" pitchFamily="34" charset="-122"/>
                <a:cs typeface="Arial" pitchFamily="34" charset="-120"/>
              </a:rPr>
              <a:t>Pull</a:t>
            </a:r>
            <a:endParaRPr lang="en-US" sz="1800"/>
          </a:p>
        </p:txBody>
      </p:sp>
      <p:sp>
        <p:nvSpPr>
          <p:cNvPr id="133" name="Shape 130"/>
          <p:cNvSpPr/>
          <p:nvPr/>
        </p:nvSpPr>
        <p:spPr>
          <a:xfrm>
            <a:off x="11168310" y="8963546"/>
            <a:ext cx="1123900" cy="1217786"/>
          </a:xfrm>
          <a:prstGeom prst="rect">
            <a:avLst/>
          </a:prstGeom>
          <a:solidFill>
            <a:srgbClr val="FFFFFF"/>
          </a:solidFill>
          <a:ln/>
        </p:spPr>
        <p:txBody>
          <a:bodyPr/>
          <a:lstStyle/>
          <a:p>
            <a:endParaRPr lang="en-AU"/>
          </a:p>
        </p:txBody>
      </p:sp>
      <p:sp>
        <p:nvSpPr>
          <p:cNvPr id="134" name="Text 131"/>
          <p:cNvSpPr/>
          <p:nvPr/>
        </p:nvSpPr>
        <p:spPr>
          <a:xfrm>
            <a:off x="11225460" y="9030221"/>
            <a:ext cx="1009600" cy="1122536"/>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135" name="Shape 132"/>
          <p:cNvSpPr/>
          <p:nvPr/>
        </p:nvSpPr>
        <p:spPr>
          <a:xfrm>
            <a:off x="12311186" y="8963546"/>
            <a:ext cx="1219150" cy="1217786"/>
          </a:xfrm>
          <a:prstGeom prst="rect">
            <a:avLst/>
          </a:prstGeom>
          <a:solidFill>
            <a:srgbClr val="FFFFFF"/>
          </a:solidFill>
          <a:ln/>
        </p:spPr>
        <p:txBody>
          <a:bodyPr/>
          <a:lstStyle/>
          <a:p>
            <a:endParaRPr lang="en-AU"/>
          </a:p>
        </p:txBody>
      </p:sp>
      <p:sp>
        <p:nvSpPr>
          <p:cNvPr id="136" name="Text 133"/>
          <p:cNvSpPr/>
          <p:nvPr/>
        </p:nvSpPr>
        <p:spPr>
          <a:xfrm>
            <a:off x="12368336" y="9030221"/>
            <a:ext cx="1104850" cy="1122536"/>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137" name="Shape 134"/>
          <p:cNvSpPr/>
          <p:nvPr/>
        </p:nvSpPr>
        <p:spPr>
          <a:xfrm>
            <a:off x="13549313" y="8963546"/>
            <a:ext cx="1123900" cy="1217786"/>
          </a:xfrm>
          <a:prstGeom prst="rect">
            <a:avLst/>
          </a:prstGeom>
          <a:solidFill>
            <a:srgbClr val="FFFFFF"/>
          </a:solidFill>
          <a:ln/>
        </p:spPr>
        <p:txBody>
          <a:bodyPr/>
          <a:lstStyle/>
          <a:p>
            <a:endParaRPr lang="en-AU"/>
          </a:p>
        </p:txBody>
      </p:sp>
      <p:sp>
        <p:nvSpPr>
          <p:cNvPr id="138" name="Text 135"/>
          <p:cNvSpPr/>
          <p:nvPr/>
        </p:nvSpPr>
        <p:spPr>
          <a:xfrm>
            <a:off x="13606463" y="9030221"/>
            <a:ext cx="1009600" cy="1122536"/>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
        <p:nvSpPr>
          <p:cNvPr id="139" name="Shape 136"/>
          <p:cNvSpPr/>
          <p:nvPr/>
        </p:nvSpPr>
        <p:spPr>
          <a:xfrm>
            <a:off x="14692188" y="8963546"/>
            <a:ext cx="1219150" cy="1217786"/>
          </a:xfrm>
          <a:prstGeom prst="rect">
            <a:avLst/>
          </a:prstGeom>
          <a:solidFill>
            <a:srgbClr val="FFFFFF"/>
          </a:solidFill>
          <a:ln/>
        </p:spPr>
        <p:txBody>
          <a:bodyPr/>
          <a:lstStyle/>
          <a:p>
            <a:endParaRPr lang="en-AU"/>
          </a:p>
        </p:txBody>
      </p:sp>
      <p:sp>
        <p:nvSpPr>
          <p:cNvPr id="140" name="Text 137"/>
          <p:cNvSpPr/>
          <p:nvPr/>
        </p:nvSpPr>
        <p:spPr>
          <a:xfrm>
            <a:off x="14749338" y="9030221"/>
            <a:ext cx="1104850" cy="1122536"/>
          </a:xfrm>
          <a:prstGeom prst="rect">
            <a:avLst/>
          </a:prstGeom>
          <a:noFill/>
          <a:ln/>
        </p:spPr>
        <p:txBody>
          <a:bodyPr wrap="square" lIns="25400" tIns="25400" rIns="25400" bIns="25400" rtlCol="0" anchor="t">
            <a:normAutofit/>
          </a:bodyPr>
          <a:lstStyle/>
          <a:p>
            <a:pPr marL="0" indent="0" algn="ctr">
              <a:buNone/>
            </a:pPr>
            <a:r>
              <a:rPr lang="en-US" sz="1800">
                <a:solidFill>
                  <a:srgbClr val="1E1E1E"/>
                </a:solidFill>
                <a:latin typeface="Arial" pitchFamily="34" charset="0"/>
                <a:ea typeface="Arial" pitchFamily="34" charset="-122"/>
                <a:cs typeface="Arial" pitchFamily="34" charset="-120"/>
              </a:rPr>
              <a:t>TBC</a:t>
            </a:r>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40463A-FD59-B244-3ED2-88412860E2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5202CDC-8D32-9359-BDD1-C12F1113C74E}"/>
              </a:ext>
            </a:extLst>
          </p:cNvPr>
          <p:cNvSpPr/>
          <p:nvPr/>
        </p:nvSpPr>
        <p:spPr>
          <a:xfrm>
            <a:off x="857250" y="476250"/>
            <a:ext cx="857250" cy="76150"/>
          </a:xfrm>
          <a:prstGeom prst="rect">
            <a:avLst/>
          </a:prstGeom>
          <a:solidFill>
            <a:srgbClr val="17E09C"/>
          </a:solidFill>
          <a:ln/>
        </p:spPr>
        <p:txBody>
          <a:bodyPr/>
          <a:lstStyle/>
          <a:p>
            <a:endParaRPr lang="en-AU"/>
          </a:p>
        </p:txBody>
      </p:sp>
      <p:sp>
        <p:nvSpPr>
          <p:cNvPr id="3" name="Text 1">
            <a:extLst>
              <a:ext uri="{FF2B5EF4-FFF2-40B4-BE49-F238E27FC236}">
                <a16:creationId xmlns:a16="http://schemas.microsoft.com/office/drawing/2014/main" id="{033B9B52-990C-8A17-218C-E2D326021878}"/>
              </a:ext>
            </a:extLst>
          </p:cNvPr>
          <p:cNvSpPr/>
          <p:nvPr/>
        </p:nvSpPr>
        <p:spPr>
          <a:xfrm>
            <a:off x="857250" y="685726"/>
            <a:ext cx="12593190"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Decisions Requested – D1 to D8</a:t>
            </a:r>
            <a:endParaRPr lang="en-US" sz="3150"/>
          </a:p>
        </p:txBody>
      </p:sp>
      <p:sp>
        <p:nvSpPr>
          <p:cNvPr id="4" name="Text 2">
            <a:extLst>
              <a:ext uri="{FF2B5EF4-FFF2-40B4-BE49-F238E27FC236}">
                <a16:creationId xmlns:a16="http://schemas.microsoft.com/office/drawing/2014/main" id="{CE9F177C-96A2-B5C0-AB36-B6EFE80F10F8}"/>
              </a:ext>
            </a:extLst>
          </p:cNvPr>
          <p:cNvSpPr/>
          <p:nvPr/>
        </p:nvSpPr>
        <p:spPr>
          <a:xfrm>
            <a:off x="857250" y="1211089"/>
            <a:ext cx="12593190" cy="300038"/>
          </a:xfrm>
          <a:prstGeom prst="rect">
            <a:avLst/>
          </a:prstGeom>
          <a:noFill/>
          <a:ln/>
        </p:spPr>
        <p:txBody>
          <a:bodyPr wrap="square" lIns="25400" tIns="25400" rIns="25400" bIns="25400" rtlCol="0" anchor="t">
            <a:normAutofit lnSpcReduction="10000"/>
          </a:bodyPr>
          <a:lstStyle/>
          <a:p>
            <a:pPr marL="0" indent="0" algn="l">
              <a:buNone/>
            </a:pPr>
            <a:r>
              <a:rPr lang="en-US" sz="1800">
                <a:solidFill>
                  <a:srgbClr val="5A6470"/>
                </a:solidFill>
                <a:latin typeface="Arial" pitchFamily="34" charset="0"/>
                <a:ea typeface="Arial" pitchFamily="34" charset="-122"/>
                <a:cs typeface="Arial" pitchFamily="34" charset="-120"/>
              </a:rPr>
              <a:t>Highlighted rows (D1–D3) are asked of the ARB at this session</a:t>
            </a:r>
            <a:endParaRPr lang="en-US" sz="1800"/>
          </a:p>
        </p:txBody>
      </p:sp>
      <p:pic>
        <p:nvPicPr>
          <p:cNvPr id="5" name="Image 0" descr="preencoded.png">
            <a:extLst>
              <a:ext uri="{FF2B5EF4-FFF2-40B4-BE49-F238E27FC236}">
                <a16:creationId xmlns:a16="http://schemas.microsoft.com/office/drawing/2014/main" id="{4C8B3290-FD53-8BD9-7AE2-1AE829B595A7}"/>
              </a:ext>
            </a:extLst>
          </p:cNvPr>
          <p:cNvPicPr>
            <a:picLocks noChangeAspect="1"/>
          </p:cNvPicPr>
          <p:nvPr/>
        </p:nvPicPr>
        <p:blipFill>
          <a:blip r:embed="rId3"/>
          <a:stretch>
            <a:fillRect/>
          </a:stretch>
        </p:blipFill>
        <p:spPr>
          <a:xfrm>
            <a:off x="16093529" y="476250"/>
            <a:ext cx="1337221" cy="419075"/>
          </a:xfrm>
          <a:prstGeom prst="rect">
            <a:avLst/>
          </a:prstGeom>
        </p:spPr>
      </p:pic>
      <p:graphicFrame>
        <p:nvGraphicFramePr>
          <p:cNvPr id="39" name="Table 38">
            <a:extLst>
              <a:ext uri="{FF2B5EF4-FFF2-40B4-BE49-F238E27FC236}">
                <a16:creationId xmlns:a16="http://schemas.microsoft.com/office/drawing/2014/main" id="{8FB7524F-F477-327B-A25A-D0D3C7DDB2D2}"/>
              </a:ext>
            </a:extLst>
          </p:cNvPr>
          <p:cNvGraphicFramePr>
            <a:graphicFrameLocks noGrp="1"/>
          </p:cNvGraphicFramePr>
          <p:nvPr>
            <p:extLst>
              <p:ext uri="{D42A27DB-BD31-4B8C-83A1-F6EECF244321}">
                <p14:modId xmlns:p14="http://schemas.microsoft.com/office/powerpoint/2010/main" val="1299765061"/>
              </p:ext>
            </p:extLst>
          </p:nvPr>
        </p:nvGraphicFramePr>
        <p:xfrm>
          <a:off x="857251" y="2677885"/>
          <a:ext cx="15454994" cy="2865923"/>
        </p:xfrm>
        <a:graphic>
          <a:graphicData uri="http://schemas.openxmlformats.org/drawingml/2006/table">
            <a:tbl>
              <a:tblPr/>
              <a:tblGrid>
                <a:gridCol w="742949">
                  <a:extLst>
                    <a:ext uri="{9D8B030D-6E8A-4147-A177-3AD203B41FA5}">
                      <a16:colId xmlns:a16="http://schemas.microsoft.com/office/drawing/2014/main" val="930206881"/>
                    </a:ext>
                  </a:extLst>
                </a:gridCol>
                <a:gridCol w="7951875">
                  <a:extLst>
                    <a:ext uri="{9D8B030D-6E8A-4147-A177-3AD203B41FA5}">
                      <a16:colId xmlns:a16="http://schemas.microsoft.com/office/drawing/2014/main" val="1163059644"/>
                    </a:ext>
                  </a:extLst>
                </a:gridCol>
                <a:gridCol w="6760170">
                  <a:extLst>
                    <a:ext uri="{9D8B030D-6E8A-4147-A177-3AD203B41FA5}">
                      <a16:colId xmlns:a16="http://schemas.microsoft.com/office/drawing/2014/main" val="2292167238"/>
                    </a:ext>
                  </a:extLst>
                </a:gridCol>
              </a:tblGrid>
              <a:tr h="464950">
                <a:tc>
                  <a:txBody>
                    <a:bodyPr/>
                    <a:lstStyle/>
                    <a:p>
                      <a:pPr algn="l" fontAlgn="b">
                        <a:buNone/>
                      </a:pPr>
                      <a:r>
                        <a:rPr lang="en-AU" sz="2000" b="1" i="0" u="none" strike="noStrike">
                          <a:solidFill>
                            <a:srgbClr val="000000"/>
                          </a:solidFill>
                          <a:effectLst/>
                          <a:latin typeface="Calibri" panose="020F0502020204030204" pitchFamily="34" charset="0"/>
                        </a:rPr>
                        <a:t>Ref</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1" i="0" u="none" strike="noStrike">
                          <a:solidFill>
                            <a:srgbClr val="000000"/>
                          </a:solidFill>
                          <a:effectLst/>
                          <a:latin typeface="Calibri" panose="020F0502020204030204" pitchFamily="34" charset="0"/>
                        </a:rPr>
                        <a:t>Decision</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1" i="0" u="none" strike="noStrike">
                          <a:solidFill>
                            <a:srgbClr val="000000"/>
                          </a:solidFill>
                          <a:effectLst/>
                          <a:latin typeface="Calibri" panose="020F0502020204030204" pitchFamily="34" charset="0"/>
                        </a:rPr>
                        <a:t>Owner</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6989455"/>
                  </a:ext>
                </a:extLst>
              </a:tr>
              <a:tr h="867399">
                <a:tc>
                  <a:txBody>
                    <a:bodyPr/>
                    <a:lstStyle/>
                    <a:p>
                      <a:pPr algn="l" fontAlgn="b">
                        <a:buNone/>
                      </a:pPr>
                      <a:r>
                        <a:rPr lang="en-AU" sz="2000" b="0" i="0" u="none" strike="noStrike">
                          <a:solidFill>
                            <a:srgbClr val="000000"/>
                          </a:solidFill>
                          <a:effectLst/>
                          <a:latin typeface="Calibri" panose="020F0502020204030204" pitchFamily="34" charset="0"/>
                        </a:rPr>
                        <a:t>D1</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Approve the CPI pull interface as the way JAMS receives S/4 data – a registered GET query per data need, keyed on contract ID.</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ARB</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7380715"/>
                  </a:ext>
                </a:extLst>
              </a:tr>
              <a:tr h="867399">
                <a:tc>
                  <a:txBody>
                    <a:bodyPr/>
                    <a:lstStyle/>
                    <a:p>
                      <a:pPr algn="l" fontAlgn="b">
                        <a:buNone/>
                      </a:pPr>
                      <a:r>
                        <a:rPr lang="en-AU" sz="2000" b="0" i="0" u="none" strike="noStrike">
                          <a:solidFill>
                            <a:srgbClr val="000000"/>
                          </a:solidFill>
                          <a:effectLst/>
                          <a:latin typeface="Calibri" panose="020F0502020204030204" pitchFamily="34" charset="0"/>
                        </a:rPr>
                        <a:t>D2</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(Not Recommended) Approve a new intermediate database replicating the </a:t>
                      </a:r>
                      <a:r>
                        <a:rPr lang="en-AU" sz="2000" b="0" i="0" u="none" strike="noStrike" err="1">
                          <a:solidFill>
                            <a:srgbClr val="000000"/>
                          </a:solidFill>
                          <a:effectLst/>
                          <a:latin typeface="Calibri" panose="020F0502020204030204" pitchFamily="34" charset="0"/>
                        </a:rPr>
                        <a:t>Jobpac</a:t>
                      </a:r>
                      <a:r>
                        <a:rPr lang="en-AU" sz="2000" b="0" i="0" u="none" strike="noStrike">
                          <a:solidFill>
                            <a:srgbClr val="000000"/>
                          </a:solidFill>
                          <a:effectLst/>
                          <a:latin typeface="Calibri" panose="020F0502020204030204" pitchFamily="34" charset="0"/>
                        </a:rPr>
                        <a:t> data warehouse pattern for JAMS.</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ARB</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9117437"/>
                  </a:ext>
                </a:extLst>
              </a:tr>
              <a:tr h="666175">
                <a:tc>
                  <a:txBody>
                    <a:bodyPr/>
                    <a:lstStyle/>
                    <a:p>
                      <a:pPr algn="l" fontAlgn="b">
                        <a:buNone/>
                      </a:pPr>
                      <a:r>
                        <a:rPr lang="en-AU" sz="2000" b="0" i="0" u="none" strike="noStrike">
                          <a:solidFill>
                            <a:srgbClr val="000000"/>
                          </a:solidFill>
                          <a:effectLst/>
                          <a:latin typeface="Calibri" panose="020F0502020204030204" pitchFamily="34" charset="0"/>
                        </a:rPr>
                        <a:t>D3</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Confirm the acknowledgement callback carries status and correlation ID only, with no write into JAMS records.</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AU" sz="2000" b="0" i="0" u="none" strike="noStrike">
                          <a:solidFill>
                            <a:srgbClr val="000000"/>
                          </a:solidFill>
                          <a:effectLst/>
                          <a:latin typeface="Calibri" panose="020F0502020204030204" pitchFamily="34" charset="0"/>
                        </a:rPr>
                        <a:t>ARB</a:t>
                      </a:r>
                    </a:p>
                  </a:txBody>
                  <a:tcPr marL="6350" marR="6350" marT="63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6469396"/>
                  </a:ext>
                </a:extLst>
              </a:tr>
            </a:tbl>
          </a:graphicData>
        </a:graphic>
      </p:graphicFrame>
    </p:spTree>
    <p:extLst>
      <p:ext uri="{BB962C8B-B14F-4D97-AF65-F5344CB8AC3E}">
        <p14:creationId xmlns:p14="http://schemas.microsoft.com/office/powerpoint/2010/main" val="1649571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7250" y="571500"/>
            <a:ext cx="857250" cy="76150"/>
          </a:xfrm>
          <a:prstGeom prst="rect">
            <a:avLst/>
          </a:prstGeom>
          <a:solidFill>
            <a:srgbClr val="17E09C"/>
          </a:solidFill>
          <a:ln/>
        </p:spPr>
        <p:txBody>
          <a:bodyPr/>
          <a:lstStyle/>
          <a:p>
            <a:endParaRPr lang="en-AU"/>
          </a:p>
        </p:txBody>
      </p:sp>
      <p:sp>
        <p:nvSpPr>
          <p:cNvPr id="3" name="Text 1"/>
          <p:cNvSpPr/>
          <p:nvPr/>
        </p:nvSpPr>
        <p:spPr>
          <a:xfrm>
            <a:off x="857250" y="799951"/>
            <a:ext cx="8673269" cy="506412"/>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1E1E1E"/>
                </a:solidFill>
                <a:latin typeface="Arial" pitchFamily="34" charset="0"/>
                <a:ea typeface="Arial" pitchFamily="34" charset="-122"/>
                <a:cs typeface="Arial" pitchFamily="34" charset="-120"/>
              </a:rPr>
              <a:t>Decision for JAMS Write-Back &amp; Callback</a:t>
            </a:r>
            <a:endParaRPr lang="en-US" sz="3150"/>
          </a:p>
        </p:txBody>
      </p:sp>
      <p:pic>
        <p:nvPicPr>
          <p:cNvPr id="4" name="Image 0" descr="preencoded.png"/>
          <p:cNvPicPr>
            <a:picLocks noChangeAspect="1"/>
          </p:cNvPicPr>
          <p:nvPr/>
        </p:nvPicPr>
        <p:blipFill>
          <a:blip r:embed="rId3"/>
          <a:stretch>
            <a:fillRect/>
          </a:stretch>
        </p:blipFill>
        <p:spPr>
          <a:xfrm>
            <a:off x="16093529" y="571500"/>
            <a:ext cx="1337221" cy="419075"/>
          </a:xfrm>
          <a:prstGeom prst="rect">
            <a:avLst/>
          </a:prstGeom>
        </p:spPr>
      </p:pic>
      <p:sp>
        <p:nvSpPr>
          <p:cNvPr id="5" name="Shape 2"/>
          <p:cNvSpPr/>
          <p:nvPr/>
        </p:nvSpPr>
        <p:spPr>
          <a:xfrm>
            <a:off x="857250" y="1534914"/>
            <a:ext cx="8172400" cy="2529954"/>
          </a:xfrm>
          <a:prstGeom prst="roundRect">
            <a:avLst>
              <a:gd name="adj" fmla="val 3765"/>
            </a:avLst>
          </a:prstGeom>
          <a:solidFill>
            <a:srgbClr val="F4F6F8"/>
          </a:solidFill>
          <a:ln/>
        </p:spPr>
        <p:txBody>
          <a:bodyPr/>
          <a:lstStyle/>
          <a:p>
            <a:endParaRPr lang="en-AU"/>
          </a:p>
        </p:txBody>
      </p:sp>
      <p:sp>
        <p:nvSpPr>
          <p:cNvPr id="6" name="Text 3"/>
          <p:cNvSpPr/>
          <p:nvPr/>
        </p:nvSpPr>
        <p:spPr>
          <a:xfrm>
            <a:off x="1143000" y="1725414"/>
            <a:ext cx="8360990" cy="3397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0083FF"/>
                </a:solidFill>
                <a:latin typeface="Arial" pitchFamily="34" charset="0"/>
                <a:ea typeface="Arial" pitchFamily="34" charset="-122"/>
                <a:cs typeface="Arial" pitchFamily="34" charset="-120"/>
              </a:rPr>
              <a:t>Description</a:t>
            </a:r>
            <a:endParaRPr lang="en-US" sz="2100"/>
          </a:p>
        </p:txBody>
      </p:sp>
      <p:sp>
        <p:nvSpPr>
          <p:cNvPr id="7" name="Text 4"/>
          <p:cNvSpPr/>
          <p:nvPr/>
        </p:nvSpPr>
        <p:spPr>
          <a:xfrm>
            <a:off x="1249630" y="2141265"/>
            <a:ext cx="7570470" cy="1771203"/>
          </a:xfrm>
          <a:prstGeom prst="rect">
            <a:avLst/>
          </a:prstGeom>
          <a:noFill/>
          <a:ln/>
        </p:spPr>
        <p:txBody>
          <a:bodyPr wrap="square" lIns="25400" tIns="25400" rIns="25400" bIns="25400" rtlCol="0" anchor="t">
            <a:normAutofit/>
          </a:bodyPr>
          <a:lstStyle/>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JAMS reads ERP data today by querying the Jobpac data warehouse, which is decommissioned at S/4 go-live and cannot be used for any purpose afterwards.</a:t>
            </a:r>
            <a:endParaRPr lang="en-US" sz="1800"/>
          </a:p>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A decision is required on how JAMS receives S/4 data and acknowledgements once that store is gone.</a:t>
            </a:r>
            <a:endParaRPr lang="en-US" sz="1800"/>
          </a:p>
        </p:txBody>
      </p:sp>
      <p:sp>
        <p:nvSpPr>
          <p:cNvPr id="8" name="Shape 5"/>
          <p:cNvSpPr/>
          <p:nvPr/>
        </p:nvSpPr>
        <p:spPr>
          <a:xfrm>
            <a:off x="857250" y="4255368"/>
            <a:ext cx="8172400" cy="2937495"/>
          </a:xfrm>
          <a:prstGeom prst="roundRect">
            <a:avLst>
              <a:gd name="adj" fmla="val 3243"/>
            </a:avLst>
          </a:prstGeom>
          <a:solidFill>
            <a:srgbClr val="F4F6F8"/>
          </a:solidFill>
          <a:ln/>
        </p:spPr>
        <p:txBody>
          <a:bodyPr/>
          <a:lstStyle/>
          <a:p>
            <a:endParaRPr lang="en-AU"/>
          </a:p>
        </p:txBody>
      </p:sp>
      <p:sp>
        <p:nvSpPr>
          <p:cNvPr id="9" name="Text 6"/>
          <p:cNvSpPr/>
          <p:nvPr/>
        </p:nvSpPr>
        <p:spPr>
          <a:xfrm>
            <a:off x="1143000" y="4445868"/>
            <a:ext cx="8360990" cy="3397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0083FF"/>
                </a:solidFill>
                <a:latin typeface="Arial" pitchFamily="34" charset="0"/>
                <a:ea typeface="Arial" pitchFamily="34" charset="-122"/>
                <a:cs typeface="Arial" pitchFamily="34" charset="-120"/>
              </a:rPr>
              <a:t>Rationale</a:t>
            </a:r>
            <a:endParaRPr lang="en-US" sz="2100"/>
          </a:p>
        </p:txBody>
      </p:sp>
      <p:sp>
        <p:nvSpPr>
          <p:cNvPr id="10" name="Text 7"/>
          <p:cNvSpPr/>
          <p:nvPr/>
        </p:nvSpPr>
        <p:spPr>
          <a:xfrm>
            <a:off x="1249630" y="4861719"/>
            <a:ext cx="7570470" cy="2178744"/>
          </a:xfrm>
          <a:prstGeom prst="rect">
            <a:avLst/>
          </a:prstGeom>
          <a:noFill/>
          <a:ln/>
        </p:spPr>
        <p:txBody>
          <a:bodyPr wrap="square" lIns="25400" tIns="25400" rIns="25400" bIns="25400" rtlCol="0" anchor="t">
            <a:normAutofit/>
          </a:bodyPr>
          <a:lstStyle/>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Calling a published address is the smallest change JAMS has to make, and it leaves no second database behind.</a:t>
            </a:r>
            <a:endParaRPr lang="en-US" sz="1800"/>
          </a:p>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Building another database so JAMS can keep writing queries brings back the store Apollo is shutting down.</a:t>
            </a:r>
            <a:endParaRPr lang="en-US" sz="1800"/>
          </a:p>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Keeping the confirmation separate from the data means S/4 and the field systems can each keep running if the other is busy or down.</a:t>
            </a:r>
            <a:endParaRPr lang="en-US" sz="1800"/>
          </a:p>
        </p:txBody>
      </p:sp>
      <p:sp>
        <p:nvSpPr>
          <p:cNvPr id="11" name="Shape 8"/>
          <p:cNvSpPr/>
          <p:nvPr/>
        </p:nvSpPr>
        <p:spPr>
          <a:xfrm>
            <a:off x="857250" y="7383363"/>
            <a:ext cx="8172400" cy="1867173"/>
          </a:xfrm>
          <a:prstGeom prst="roundRect">
            <a:avLst>
              <a:gd name="adj" fmla="val 5101"/>
            </a:avLst>
          </a:prstGeom>
          <a:solidFill>
            <a:srgbClr val="F4F6F8"/>
          </a:solidFill>
          <a:ln/>
        </p:spPr>
        <p:txBody>
          <a:bodyPr/>
          <a:lstStyle/>
          <a:p>
            <a:endParaRPr lang="en-AU"/>
          </a:p>
        </p:txBody>
      </p:sp>
      <p:sp>
        <p:nvSpPr>
          <p:cNvPr id="12" name="Text 9"/>
          <p:cNvSpPr/>
          <p:nvPr/>
        </p:nvSpPr>
        <p:spPr>
          <a:xfrm>
            <a:off x="1143000" y="7573863"/>
            <a:ext cx="8360990" cy="3397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0083FF"/>
                </a:solidFill>
                <a:latin typeface="Arial" pitchFamily="34" charset="0"/>
                <a:ea typeface="Arial" pitchFamily="34" charset="-122"/>
                <a:cs typeface="Arial" pitchFamily="34" charset="-120"/>
              </a:rPr>
              <a:t>Reference</a:t>
            </a:r>
            <a:endParaRPr lang="en-US" sz="2100"/>
          </a:p>
        </p:txBody>
      </p:sp>
      <p:sp>
        <p:nvSpPr>
          <p:cNvPr id="13" name="Text 10"/>
          <p:cNvSpPr/>
          <p:nvPr/>
        </p:nvSpPr>
        <p:spPr>
          <a:xfrm>
            <a:off x="1249630" y="7989713"/>
            <a:ext cx="7570470" cy="1108423"/>
          </a:xfrm>
          <a:prstGeom prst="rect">
            <a:avLst/>
          </a:prstGeom>
          <a:noFill/>
          <a:ln/>
        </p:spPr>
        <p:txBody>
          <a:bodyPr wrap="square" lIns="25400" tIns="25400" rIns="25400" bIns="25400" rtlCol="0" anchor="t">
            <a:normAutofit/>
          </a:bodyPr>
          <a:lstStyle/>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S/4 outbound to the FSMs – sample payload and call rules, Aug 2026</a:t>
            </a:r>
            <a:endParaRPr lang="en-US" sz="1800"/>
          </a:p>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FSM canonical request and response – end to end, Aug 2026 · E6 Integration Strategy</a:t>
            </a:r>
            <a:endParaRPr lang="en-US" sz="1800"/>
          </a:p>
        </p:txBody>
      </p:sp>
      <p:sp>
        <p:nvSpPr>
          <p:cNvPr id="14" name="Shape 11"/>
          <p:cNvSpPr/>
          <p:nvPr/>
        </p:nvSpPr>
        <p:spPr>
          <a:xfrm>
            <a:off x="9258226" y="1534914"/>
            <a:ext cx="8172524" cy="2861345"/>
          </a:xfrm>
          <a:prstGeom prst="roundRect">
            <a:avLst>
              <a:gd name="adj" fmla="val 3329"/>
            </a:avLst>
          </a:prstGeom>
          <a:solidFill>
            <a:srgbClr val="E6FBF3"/>
          </a:solidFill>
          <a:ln/>
        </p:spPr>
        <p:txBody>
          <a:bodyPr/>
          <a:lstStyle/>
          <a:p>
            <a:endParaRPr lang="en-AU"/>
          </a:p>
        </p:txBody>
      </p:sp>
      <p:sp>
        <p:nvSpPr>
          <p:cNvPr id="15" name="Text 12"/>
          <p:cNvSpPr/>
          <p:nvPr/>
        </p:nvSpPr>
        <p:spPr>
          <a:xfrm>
            <a:off x="9543976" y="1725414"/>
            <a:ext cx="8361127" cy="3397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0A7D5C"/>
                </a:solidFill>
                <a:latin typeface="Arial" pitchFamily="34" charset="0"/>
                <a:ea typeface="Arial" pitchFamily="34" charset="-122"/>
                <a:cs typeface="Arial" pitchFamily="34" charset="-120"/>
              </a:rPr>
              <a:t>Proposed decision</a:t>
            </a:r>
            <a:endParaRPr lang="en-US" sz="2100"/>
          </a:p>
        </p:txBody>
      </p:sp>
      <p:sp>
        <p:nvSpPr>
          <p:cNvPr id="16" name="Text 13"/>
          <p:cNvSpPr/>
          <p:nvPr/>
        </p:nvSpPr>
        <p:spPr>
          <a:xfrm>
            <a:off x="9650606" y="2141265"/>
            <a:ext cx="7570594" cy="2102594"/>
          </a:xfrm>
          <a:prstGeom prst="rect">
            <a:avLst/>
          </a:prstGeom>
          <a:noFill/>
          <a:ln/>
        </p:spPr>
        <p:txBody>
          <a:bodyPr wrap="square" lIns="25400" tIns="25400" rIns="25400" bIns="25400" rtlCol="0" anchor="t">
            <a:normAutofit/>
          </a:bodyPr>
          <a:lstStyle/>
          <a:p>
            <a:pPr marL="160020" indent="-160020" algn="l">
              <a:lnSpc>
                <a:spcPct val="126545"/>
              </a:lnSpc>
              <a:buSzPct val="100000"/>
              <a:buChar char="•"/>
              <a:tabLst>
                <a:tab pos="160020" algn="l"/>
              </a:tabLst>
            </a:pPr>
            <a:r>
              <a:rPr lang="en-US" sz="1800">
                <a:solidFill>
                  <a:srgbClr val="1E1E1E"/>
                </a:solidFill>
                <a:latin typeface="Arial" pitchFamily="34" charset="0"/>
                <a:ea typeface="Arial" pitchFamily="34" charset="-122"/>
                <a:cs typeface="Arial" pitchFamily="34" charset="-120"/>
              </a:rPr>
              <a:t>Decide D1–D3 this session: approve the CPI pull interface, decline a new intermediate database, and confirm the confirmation message carries status only..</a:t>
            </a:r>
            <a:endParaRPr lang="en-US" sz="1800"/>
          </a:p>
        </p:txBody>
      </p:sp>
      <p:sp>
        <p:nvSpPr>
          <p:cNvPr id="17" name="Shape 14"/>
          <p:cNvSpPr/>
          <p:nvPr/>
        </p:nvSpPr>
        <p:spPr>
          <a:xfrm>
            <a:off x="9150650" y="4613653"/>
            <a:ext cx="8172524" cy="1867173"/>
          </a:xfrm>
          <a:prstGeom prst="roundRect">
            <a:avLst>
              <a:gd name="adj" fmla="val 5101"/>
            </a:avLst>
          </a:prstGeom>
          <a:solidFill>
            <a:srgbClr val="1E1E1E"/>
          </a:solidFill>
          <a:ln/>
        </p:spPr>
        <p:txBody>
          <a:bodyPr/>
          <a:lstStyle/>
          <a:p>
            <a:endParaRPr lang="en-AU"/>
          </a:p>
        </p:txBody>
      </p:sp>
      <p:sp>
        <p:nvSpPr>
          <p:cNvPr id="18" name="Text 15"/>
          <p:cNvSpPr/>
          <p:nvPr/>
        </p:nvSpPr>
        <p:spPr>
          <a:xfrm>
            <a:off x="9543976" y="4777259"/>
            <a:ext cx="8361127" cy="3397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17E09C"/>
                </a:solidFill>
                <a:latin typeface="Arial" pitchFamily="34" charset="0"/>
                <a:ea typeface="Arial" pitchFamily="34" charset="-122"/>
                <a:cs typeface="Arial" pitchFamily="34" charset="-120"/>
              </a:rPr>
              <a:t>Final decision</a:t>
            </a:r>
            <a:endParaRPr lang="en-US" sz="2100"/>
          </a:p>
        </p:txBody>
      </p:sp>
      <p:sp>
        <p:nvSpPr>
          <p:cNvPr id="19" name="Text 16"/>
          <p:cNvSpPr/>
          <p:nvPr/>
        </p:nvSpPr>
        <p:spPr>
          <a:xfrm>
            <a:off x="9650606" y="5193109"/>
            <a:ext cx="7570594" cy="1108422"/>
          </a:xfrm>
          <a:prstGeom prst="rect">
            <a:avLst/>
          </a:prstGeom>
          <a:noFill/>
          <a:ln/>
        </p:spPr>
        <p:txBody>
          <a:bodyPr wrap="square" lIns="25400" tIns="25400" rIns="25400" bIns="25400" rtlCol="0" anchor="t">
            <a:normAutofit/>
          </a:bodyPr>
          <a:lstStyle/>
          <a:p>
            <a:pPr marL="160020" indent="-160020" algn="l">
              <a:lnSpc>
                <a:spcPct val="126545"/>
              </a:lnSpc>
              <a:buSzPct val="100000"/>
              <a:buChar char="•"/>
              <a:tabLst>
                <a:tab pos="160020" algn="l"/>
              </a:tabLst>
            </a:pPr>
            <a:r>
              <a:rPr lang="en-US" sz="1800">
                <a:solidFill>
                  <a:srgbClr val="FFFFFF"/>
                </a:solidFill>
                <a:latin typeface="Arial" pitchFamily="34" charset="0"/>
                <a:ea typeface="Arial" pitchFamily="34" charset="-122"/>
                <a:cs typeface="Arial" pitchFamily="34" charset="-120"/>
              </a:rPr>
              <a:t>Pending – ARB session (D1, D2, D3 this session).</a:t>
            </a:r>
            <a:endParaRPr lang="en-US" sz="1800"/>
          </a:p>
          <a:p>
            <a:pPr marL="160020" indent="-160020" algn="l">
              <a:lnSpc>
                <a:spcPct val="126545"/>
              </a:lnSpc>
              <a:buSzPct val="100000"/>
              <a:buChar char="•"/>
              <a:tabLst>
                <a:tab pos="160020" algn="l"/>
              </a:tabLst>
            </a:pPr>
            <a:r>
              <a:rPr lang="en-US" sz="1800">
                <a:solidFill>
                  <a:srgbClr val="FFFFFF"/>
                </a:solidFill>
                <a:latin typeface="Arial" pitchFamily="34" charset="0"/>
                <a:ea typeface="Arial" pitchFamily="34" charset="-122"/>
                <a:cs typeface="Arial" pitchFamily="34" charset="-120"/>
              </a:rPr>
              <a:t>Owners: Rajesh Sha (paper) · ARB (D1–D3) ·</a:t>
            </a:r>
            <a:endParaRPr 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0E223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18288000" cy="10287000"/>
          </a:xfrm>
          <a:prstGeom prst="rect">
            <a:avLst/>
          </a:prstGeom>
        </p:spPr>
      </p:pic>
      <p:sp>
        <p:nvSpPr>
          <p:cNvPr id="3" name="Text 0"/>
          <p:cNvSpPr/>
          <p:nvPr/>
        </p:nvSpPr>
        <p:spPr>
          <a:xfrm>
            <a:off x="1143000" y="3905250"/>
            <a:ext cx="1515145" cy="2514600"/>
          </a:xfrm>
          <a:prstGeom prst="rect">
            <a:avLst/>
          </a:prstGeom>
          <a:noFill/>
          <a:ln/>
        </p:spPr>
        <p:txBody>
          <a:bodyPr wrap="square" lIns="25400" tIns="25400" rIns="25400" bIns="25400" rtlCol="0" anchor="t">
            <a:normAutofit lnSpcReduction="10000"/>
          </a:bodyPr>
          <a:lstStyle/>
          <a:p>
            <a:pPr marL="0" indent="0" algn="l">
              <a:lnSpc>
                <a:spcPct val="87151"/>
              </a:lnSpc>
              <a:buNone/>
            </a:pPr>
            <a:r>
              <a:rPr lang="en-US" sz="19500" b="1">
                <a:solidFill>
                  <a:srgbClr val="FFFFFF"/>
                </a:solidFill>
                <a:latin typeface="Arial" pitchFamily="34" charset="0"/>
                <a:ea typeface="Arial" pitchFamily="34" charset="-122"/>
                <a:cs typeface="Arial" pitchFamily="34" charset="-120"/>
              </a:rPr>
              <a:t>2</a:t>
            </a:r>
            <a:endParaRPr lang="en-US" sz="19500"/>
          </a:p>
        </p:txBody>
      </p:sp>
      <p:sp>
        <p:nvSpPr>
          <p:cNvPr id="4" name="Shape 1"/>
          <p:cNvSpPr/>
          <p:nvPr/>
        </p:nvSpPr>
        <p:spPr>
          <a:xfrm>
            <a:off x="3187154" y="3905250"/>
            <a:ext cx="57051" cy="2476500"/>
          </a:xfrm>
          <a:prstGeom prst="rect">
            <a:avLst/>
          </a:prstGeom>
          <a:solidFill>
            <a:srgbClr val="FFFFFF">
              <a:alpha val="60000"/>
            </a:srgbClr>
          </a:solidFill>
          <a:ln/>
        </p:spPr>
        <p:txBody>
          <a:bodyPr/>
          <a:lstStyle/>
          <a:p>
            <a:endParaRPr lang="en-AU"/>
          </a:p>
        </p:txBody>
      </p:sp>
      <p:sp>
        <p:nvSpPr>
          <p:cNvPr id="5" name="Text 2"/>
          <p:cNvSpPr/>
          <p:nvPr/>
        </p:nvSpPr>
        <p:spPr>
          <a:xfrm>
            <a:off x="3910955" y="4726781"/>
            <a:ext cx="3627698" cy="871538"/>
          </a:xfrm>
          <a:prstGeom prst="rect">
            <a:avLst/>
          </a:prstGeom>
          <a:noFill/>
          <a:ln/>
        </p:spPr>
        <p:txBody>
          <a:bodyPr wrap="square" lIns="25400" tIns="25400" rIns="25400" bIns="25400" rtlCol="0" anchor="t">
            <a:normAutofit lnSpcReduction="10000"/>
          </a:bodyPr>
          <a:lstStyle/>
          <a:p>
            <a:pPr marL="0" indent="0" algn="l">
              <a:buNone/>
            </a:pPr>
            <a:r>
              <a:rPr lang="en-US" sz="5700" b="1">
                <a:solidFill>
                  <a:srgbClr val="FFFFFF"/>
                </a:solidFill>
                <a:latin typeface="Arial" pitchFamily="34" charset="0"/>
                <a:ea typeface="Arial" pitchFamily="34" charset="-122"/>
                <a:cs typeface="Arial" pitchFamily="34" charset="-120"/>
              </a:rPr>
              <a:t>Appendix</a:t>
            </a:r>
            <a:endParaRPr lang="en-US" sz="5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57250" y="666750"/>
            <a:ext cx="857250" cy="76150"/>
          </a:xfrm>
          <a:prstGeom prst="rect">
            <a:avLst/>
          </a:prstGeom>
          <a:solidFill>
            <a:srgbClr val="17E09C"/>
          </a:solidFill>
          <a:ln/>
        </p:spPr>
        <p:txBody>
          <a:bodyPr/>
          <a:lstStyle/>
          <a:p>
            <a:endParaRPr lang="en-AU"/>
          </a:p>
        </p:txBody>
      </p:sp>
      <p:sp>
        <p:nvSpPr>
          <p:cNvPr id="3" name="Text 1"/>
          <p:cNvSpPr/>
          <p:nvPr/>
        </p:nvSpPr>
        <p:spPr>
          <a:xfrm>
            <a:off x="857250" y="895201"/>
            <a:ext cx="6892094" cy="522287"/>
          </a:xfrm>
          <a:prstGeom prst="rect">
            <a:avLst/>
          </a:prstGeom>
          <a:noFill/>
          <a:ln/>
        </p:spPr>
        <p:txBody>
          <a:bodyPr wrap="square" lIns="25400" tIns="25400" rIns="25400" bIns="25400" rtlCol="0" anchor="t">
            <a:normAutofit lnSpcReduction="10000"/>
          </a:bodyPr>
          <a:lstStyle/>
          <a:p>
            <a:pPr marL="0" indent="0" algn="l">
              <a:buNone/>
            </a:pPr>
            <a:r>
              <a:rPr lang="en-US" sz="3300" b="1">
                <a:solidFill>
                  <a:srgbClr val="1E1E1E"/>
                </a:solidFill>
                <a:latin typeface="Arial" pitchFamily="34" charset="0"/>
                <a:ea typeface="Arial" pitchFamily="34" charset="-122"/>
                <a:cs typeface="Arial" pitchFamily="34" charset="-120"/>
              </a:rPr>
              <a:t>Appendix – Interface Reference</a:t>
            </a:r>
            <a:endParaRPr lang="en-US" sz="3300"/>
          </a:p>
        </p:txBody>
      </p:sp>
      <p:pic>
        <p:nvPicPr>
          <p:cNvPr id="4" name="Image 0" descr="preencoded.png"/>
          <p:cNvPicPr>
            <a:picLocks noChangeAspect="1"/>
          </p:cNvPicPr>
          <p:nvPr/>
        </p:nvPicPr>
        <p:blipFill>
          <a:blip r:embed="rId3"/>
          <a:stretch>
            <a:fillRect/>
          </a:stretch>
        </p:blipFill>
        <p:spPr>
          <a:xfrm>
            <a:off x="16093529" y="666750"/>
            <a:ext cx="1337221" cy="419075"/>
          </a:xfrm>
          <a:prstGeom prst="rect">
            <a:avLst/>
          </a:prstGeom>
        </p:spPr>
      </p:pic>
      <p:sp>
        <p:nvSpPr>
          <p:cNvPr id="5" name="Shape 2"/>
          <p:cNvSpPr/>
          <p:nvPr/>
        </p:nvSpPr>
        <p:spPr>
          <a:xfrm>
            <a:off x="857250" y="1798464"/>
            <a:ext cx="16573500" cy="7821786"/>
          </a:xfrm>
          <a:prstGeom prst="roundRect">
            <a:avLst>
              <a:gd name="adj" fmla="val 1461"/>
            </a:avLst>
          </a:prstGeom>
          <a:solidFill>
            <a:srgbClr val="F4F6F8"/>
          </a:solidFill>
          <a:ln/>
        </p:spPr>
        <p:txBody>
          <a:bodyPr/>
          <a:lstStyle/>
          <a:p>
            <a:endParaRPr lang="en-AU"/>
          </a:p>
        </p:txBody>
      </p:sp>
      <p:sp>
        <p:nvSpPr>
          <p:cNvPr id="6" name="Text 3"/>
          <p:cNvSpPr/>
          <p:nvPr/>
        </p:nvSpPr>
        <p:spPr>
          <a:xfrm>
            <a:off x="1333500" y="2217539"/>
            <a:ext cx="17183100" cy="323850"/>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1E1E1E"/>
                </a:solidFill>
                <a:latin typeface="Arial" pitchFamily="34" charset="0"/>
                <a:ea typeface="Arial" pitchFamily="34" charset="-122"/>
                <a:cs typeface="Arial" pitchFamily="34" charset="-120"/>
              </a:rPr>
              <a:t>S/4 outbound to the FSMs – sample payload, base APIs and call rules (Rajesh Sha, Aug 2026)</a:t>
            </a:r>
            <a:endParaRPr lang="en-US" sz="1950"/>
          </a:p>
        </p:txBody>
      </p:sp>
      <p:sp>
        <p:nvSpPr>
          <p:cNvPr id="7" name="Text 4"/>
          <p:cNvSpPr/>
          <p:nvPr/>
        </p:nvSpPr>
        <p:spPr>
          <a:xfrm>
            <a:off x="1445895" y="2712765"/>
            <a:ext cx="15584805" cy="2980928"/>
          </a:xfrm>
          <a:prstGeom prst="rect">
            <a:avLst/>
          </a:prstGeom>
          <a:noFill/>
          <a:ln/>
        </p:spPr>
        <p:txBody>
          <a:bodyPr wrap="square" lIns="25400" tIns="25400" rIns="25400" bIns="25400" rtlCol="0" anchor="t">
            <a:normAutofit/>
          </a:bodyPr>
          <a:lstStyle/>
          <a:p>
            <a:pPr marL="173355" indent="-173355" algn="l">
              <a:lnSpc>
                <a:spcPct val="130000"/>
              </a:lnSpc>
              <a:buSzPct val="100000"/>
              <a:buChar char="•"/>
              <a:tabLst>
                <a:tab pos="173355" algn="l"/>
              </a:tabLst>
            </a:pPr>
            <a:r>
              <a:rPr lang="en-US" sz="1950">
                <a:solidFill>
                  <a:srgbClr val="1E1E1E"/>
                </a:solidFill>
                <a:latin typeface="Arial" pitchFamily="34" charset="0"/>
                <a:ea typeface="Arial" pitchFamily="34" charset="-122"/>
                <a:cs typeface="Arial" pitchFamily="34" charset="-120"/>
              </a:rPr>
              <a:t>Call construction: GET only – base + entity + systemId (mandatory, text 20 characters) + optional OData filters as published on the API Business Hub.</a:t>
            </a:r>
            <a:endParaRPr lang="en-US" sz="1950"/>
          </a:p>
          <a:p>
            <a:pPr marL="173355" indent="-173355" algn="l">
              <a:lnSpc>
                <a:spcPct val="130000"/>
              </a:lnSpc>
              <a:buSzPct val="100000"/>
              <a:buChar char="•"/>
              <a:tabLst>
                <a:tab pos="173355" algn="l"/>
              </a:tabLst>
            </a:pPr>
            <a:r>
              <a:rPr lang="en-US" sz="1950">
                <a:solidFill>
                  <a:srgbClr val="1E1E1E"/>
                </a:solidFill>
                <a:latin typeface="Arial" pitchFamily="34" charset="0"/>
                <a:ea typeface="Arial" pitchFamily="34" charset="-122"/>
                <a:cs typeface="Arial" pitchFamily="34" charset="-120"/>
              </a:rPr>
              <a:t>Worked example: …/ServiceStream/S4/serviceorders?systemId='CCR-145.3052025-Tel'&amp;$filter=YY1_clientContractId_SRH eq 'CCR-SMOKE'&amp;$top=10 – validated against the S/4 service order entity.</a:t>
            </a:r>
            <a:endParaRPr lang="en-US" sz="1950"/>
          </a:p>
          <a:p>
            <a:pPr marL="173355" indent="-173355" algn="l">
              <a:lnSpc>
                <a:spcPct val="130000"/>
              </a:lnSpc>
              <a:buSzPct val="100000"/>
              <a:buChar char="•"/>
              <a:tabLst>
                <a:tab pos="173355" algn="l"/>
              </a:tabLst>
            </a:pPr>
            <a:r>
              <a:rPr lang="en-US" sz="1950">
                <a:solidFill>
                  <a:srgbClr val="1E1E1E"/>
                </a:solidFill>
                <a:latin typeface="Arial" pitchFamily="34" charset="0"/>
                <a:ea typeface="Arial" pitchFamily="34" charset="-122"/>
                <a:cs typeface="Arial" pitchFamily="34" charset="-120"/>
              </a:rPr>
              <a:t>Per-FSM usage matrix covering JAMS, ODM, Wireless, ITSM and Defence; JAMS is the only consumer of the full purchase order list.</a:t>
            </a:r>
            <a:endParaRPr lang="en-US" sz="1950"/>
          </a:p>
          <a:p>
            <a:pPr marL="173355" indent="-173355" algn="l">
              <a:lnSpc>
                <a:spcPct val="130000"/>
              </a:lnSpc>
              <a:buSzPct val="100000"/>
              <a:buChar char="•"/>
              <a:tabLst>
                <a:tab pos="173355" algn="l"/>
              </a:tabLst>
            </a:pPr>
            <a:r>
              <a:rPr lang="en-US" sz="1950">
                <a:solidFill>
                  <a:srgbClr val="1E1E1E"/>
                </a:solidFill>
                <a:latin typeface="Arial" pitchFamily="34" charset="0"/>
                <a:ea typeface="Arial" pitchFamily="34" charset="-122"/>
                <a:cs typeface="Arial" pitchFamily="34" charset="-120"/>
              </a:rPr>
              <a:t>Response type 1 (acknowledgement, status and correlation ID) and response type 2 (pull of S/4 data) are separate interfaces with separate error handling.</a:t>
            </a:r>
            <a:endParaRPr lang="en-US" sz="195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6188779" y="476250"/>
            <a:ext cx="1337221" cy="419075"/>
          </a:xfrm>
          <a:prstGeom prst="rect">
            <a:avLst/>
          </a:prstGeom>
        </p:spPr>
      </p:pic>
      <p:sp>
        <p:nvSpPr>
          <p:cNvPr id="3" name="TextBox 2"/>
          <p:cNvSpPr txBox="1"/>
          <p:nvPr/>
        </p:nvSpPr>
        <p:spPr>
          <a:xfrm>
            <a:off x="640080" y="320040"/>
            <a:ext cx="13716000" cy="548640"/>
          </a:xfrm>
          <a:prstGeom prst="rect">
            <a:avLst/>
          </a:prstGeom>
          <a:noFill/>
        </p:spPr>
        <p:txBody>
          <a:bodyPr wrap="square" lIns="0" rIns="0" tIns="0" bIns="0" anchor="t">
            <a:spAutoFit/>
          </a:bodyPr>
          <a:lstStyle/>
          <a:p>
            <a:pPr algn="l"/>
            <a:r>
              <a:rPr sz="2200" b="1" i="0">
                <a:solidFill>
                  <a:srgbClr val="1F3864"/>
                </a:solidFill>
                <a:latin typeface="Arial"/>
              </a:rPr>
              <a:t>Proposed Addition – Option D: CPI Delivers S/4 Data to Every Field System</a:t>
            </a:r>
          </a:p>
        </p:txBody>
      </p:sp>
      <p:sp>
        <p:nvSpPr>
          <p:cNvPr id="4" name="TextBox 3"/>
          <p:cNvSpPr txBox="1"/>
          <p:nvPr/>
        </p:nvSpPr>
        <p:spPr>
          <a:xfrm>
            <a:off x="640080" y="868680"/>
            <a:ext cx="16002000" cy="365760"/>
          </a:xfrm>
          <a:prstGeom prst="rect">
            <a:avLst/>
          </a:prstGeom>
          <a:noFill/>
        </p:spPr>
        <p:txBody>
          <a:bodyPr wrap="square" lIns="0" rIns="0" tIns="0" bIns="0" anchor="t">
            <a:spAutoFit/>
          </a:bodyPr>
          <a:lstStyle/>
          <a:p>
            <a:pPr algn="l"/>
            <a:r>
              <a:rPr sz="1200" b="0" i="0">
                <a:solidFill>
                  <a:srgbClr val="595959"/>
                </a:solidFill>
                <a:latin typeface="Arial"/>
              </a:rPr>
              <a:t>Builds on recommended Option B (the pull interface stays and is reused). New: CPI detects each change once and delivers it to every subscribed system — so field systems stop building schedules, data fetching and filters.</a:t>
            </a:r>
          </a:p>
        </p:txBody>
      </p:sp>
      <p:sp>
        <p:nvSpPr>
          <p:cNvPr id="5" name="Rounded Rectangle 4"/>
          <p:cNvSpPr/>
          <p:nvPr/>
        </p:nvSpPr>
        <p:spPr>
          <a:xfrm>
            <a:off x="640080" y="3520439"/>
            <a:ext cx="2468880" cy="1371600"/>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r>
              <a:rPr sz="1300" b="1">
                <a:solidFill>
                  <a:srgbClr val="111111"/>
                </a:solidFill>
                <a:latin typeface="Arial"/>
              </a:rPr>
              <a:t>S/4HANA</a:t>
            </a:r>
          </a:p>
          <a:p>
            <a:pPr algn="ctr"/>
            <a:r>
              <a:rPr sz="950" b="0">
                <a:solidFill>
                  <a:srgbClr val="595959"/>
                </a:solidFill>
                <a:latin typeface="Arial"/>
              </a:rPr>
              <a:t>the single source of truth</a:t>
            </a:r>
          </a:p>
        </p:txBody>
      </p:sp>
      <p:sp>
        <p:nvSpPr>
          <p:cNvPr id="6" name="Rounded Rectangle 5"/>
          <p:cNvSpPr/>
          <p:nvPr/>
        </p:nvSpPr>
        <p:spPr>
          <a:xfrm>
            <a:off x="777240" y="3392424"/>
            <a:ext cx="888796" cy="256032"/>
          </a:xfrm>
          <a:prstGeom prst="roundRect">
            <a:avLst>
              <a:gd name="adj" fmla="val 6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SAP CLOUD</a:t>
            </a:r>
          </a:p>
        </p:txBody>
      </p:sp>
      <p:sp>
        <p:nvSpPr>
          <p:cNvPr id="7" name="Right Arrow 6"/>
          <p:cNvSpPr/>
          <p:nvPr/>
        </p:nvSpPr>
        <p:spPr>
          <a:xfrm>
            <a:off x="3291840" y="4151376"/>
            <a:ext cx="1371600" cy="109728"/>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3584448"/>
            <a:ext cx="2011680" cy="530352"/>
          </a:xfrm>
          <a:prstGeom prst="rect">
            <a:avLst/>
          </a:prstGeom>
          <a:noFill/>
        </p:spPr>
        <p:txBody>
          <a:bodyPr wrap="square" lIns="0" rIns="0" tIns="0" bIns="0" anchor="b">
            <a:spAutoFit/>
          </a:bodyPr>
          <a:lstStyle/>
          <a:p>
            <a:pPr algn="ctr"/>
            <a:r>
              <a:rPr sz="950" b="1" i="0">
                <a:solidFill>
                  <a:srgbClr val="0F7A3D"/>
                </a:solidFill>
                <a:latin typeface="Arial"/>
              </a:rPr>
              <a:t>1 · change detected</a:t>
            </a:r>
          </a:p>
          <a:p>
            <a:pPr algn="ctr"/>
            <a:r>
              <a:rPr sz="950" b="1" i="0">
                <a:solidFill>
                  <a:srgbClr val="0F7A3D"/>
                </a:solidFill>
                <a:latin typeface="Arial"/>
              </a:rPr>
              <a:t>(notice from S/4, or timer)</a:t>
            </a:r>
          </a:p>
        </p:txBody>
      </p:sp>
      <p:sp>
        <p:nvSpPr>
          <p:cNvPr id="9" name="Rounded Rectangle 8"/>
          <p:cNvSpPr/>
          <p:nvPr/>
        </p:nvSpPr>
        <p:spPr>
          <a:xfrm>
            <a:off x="4846320" y="2103120"/>
            <a:ext cx="4480560" cy="4297680"/>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983480" y="1975103"/>
            <a:ext cx="1532534" cy="256032"/>
          </a:xfrm>
          <a:prstGeom prst="roundRect">
            <a:avLst>
              <a:gd name="adj" fmla="val 6000"/>
            </a:avLst>
          </a:prstGeom>
          <a:solidFill>
            <a:srgbClr val="111111"/>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SAP BTP · SAP CPI</a:t>
            </a:r>
          </a:p>
        </p:txBody>
      </p:sp>
      <p:sp>
        <p:nvSpPr>
          <p:cNvPr id="11" name="TextBox 10"/>
          <p:cNvSpPr txBox="1"/>
          <p:nvPr/>
        </p:nvSpPr>
        <p:spPr>
          <a:xfrm>
            <a:off x="4846320" y="2231136"/>
            <a:ext cx="4480560" cy="365760"/>
          </a:xfrm>
          <a:prstGeom prst="rect">
            <a:avLst/>
          </a:prstGeom>
          <a:noFill/>
        </p:spPr>
        <p:txBody>
          <a:bodyPr wrap="square" lIns="0" rIns="0" tIns="0" bIns="0" anchor="t">
            <a:spAutoFit/>
          </a:bodyPr>
          <a:lstStyle/>
          <a:p>
            <a:pPr algn="ctr"/>
            <a:r>
              <a:rPr sz="1400" b="1" i="0">
                <a:solidFill>
                  <a:srgbClr val="111111"/>
                </a:solidFill>
                <a:latin typeface="Arial"/>
              </a:rPr>
              <a:t>Distribution layer</a:t>
            </a:r>
          </a:p>
        </p:txBody>
      </p:sp>
      <p:sp>
        <p:nvSpPr>
          <p:cNvPr id="12" name="Rounded Rectangle 11"/>
          <p:cNvSpPr/>
          <p:nvPr/>
        </p:nvSpPr>
        <p:spPr>
          <a:xfrm>
            <a:off x="5074920" y="2670048"/>
            <a:ext cx="4023360" cy="566928"/>
          </a:xfrm>
          <a:prstGeom prst="roundRect">
            <a:avLst>
              <a:gd name="adj" fmla="val 6000"/>
            </a:avLst>
          </a:prstGeom>
          <a:solidFill>
            <a:srgbClr val="F4F6F9"/>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11111"/>
                </a:solidFill>
                <a:latin typeface="Arial"/>
              </a:rPr>
              <a:t>Detect the change</a:t>
            </a:r>
          </a:p>
        </p:txBody>
      </p:sp>
      <p:sp>
        <p:nvSpPr>
          <p:cNvPr id="13" name="Rounded Rectangle 12"/>
          <p:cNvSpPr/>
          <p:nvPr/>
        </p:nvSpPr>
        <p:spPr>
          <a:xfrm>
            <a:off x="5074920" y="3364991"/>
            <a:ext cx="4023360" cy="566928"/>
          </a:xfrm>
          <a:prstGeom prst="roundRect">
            <a:avLst>
              <a:gd name="adj" fmla="val 6000"/>
            </a:avLst>
          </a:prstGeom>
          <a:solidFill>
            <a:srgbClr val="F4F6F9"/>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11111"/>
                </a:solidFill>
                <a:latin typeface="Arial"/>
              </a:rPr>
              <a:t>Read the full record from S/4</a:t>
            </a:r>
          </a:p>
        </p:txBody>
      </p:sp>
      <p:sp>
        <p:nvSpPr>
          <p:cNvPr id="14" name="Rounded Rectangle 13"/>
          <p:cNvSpPr/>
          <p:nvPr/>
        </p:nvSpPr>
        <p:spPr>
          <a:xfrm>
            <a:off x="5074920" y="4059935"/>
            <a:ext cx="4023360" cy="713232"/>
          </a:xfrm>
          <a:prstGeom prst="roundRect">
            <a:avLst>
              <a:gd name="adj" fmla="val 6000"/>
            </a:avLst>
          </a:prstGeom>
          <a:solidFill>
            <a:srgbClr val="F4F6F9"/>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11111"/>
                </a:solidFill>
                <a:latin typeface="Arial"/>
              </a:rPr>
              <a:t>Check the subscription list –</a:t>
            </a:r>
          </a:p>
          <a:p>
            <a:pPr algn="ctr"/>
            <a:r>
              <a:rPr sz="900" b="0">
                <a:solidFill>
                  <a:srgbClr val="595959"/>
                </a:solidFill>
                <a:latin typeface="Arial"/>
              </a:rPr>
              <a:t>who gets this data, for which contracts</a:t>
            </a:r>
          </a:p>
        </p:txBody>
      </p:sp>
      <p:sp>
        <p:nvSpPr>
          <p:cNvPr id="15" name="Rounded Rectangle 14"/>
          <p:cNvSpPr/>
          <p:nvPr/>
        </p:nvSpPr>
        <p:spPr>
          <a:xfrm>
            <a:off x="5074920" y="4901183"/>
            <a:ext cx="4023360" cy="566928"/>
          </a:xfrm>
          <a:prstGeom prst="roundRect">
            <a:avLst>
              <a:gd name="adj" fmla="val 6000"/>
            </a:avLst>
          </a:prstGeom>
          <a:solidFill>
            <a:srgbClr val="F4F6F9"/>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050" b="1">
                <a:solidFill>
                  <a:srgbClr val="111111"/>
                </a:solidFill>
                <a:latin typeface="Arial"/>
              </a:rPr>
              <a:t>Deliver, with automatic retries</a:t>
            </a:r>
          </a:p>
        </p:txBody>
      </p:sp>
      <p:sp>
        <p:nvSpPr>
          <p:cNvPr id="16" name="TextBox 15"/>
          <p:cNvSpPr txBox="1"/>
          <p:nvPr/>
        </p:nvSpPr>
        <p:spPr>
          <a:xfrm>
            <a:off x="4846320" y="5614415"/>
            <a:ext cx="4480560" cy="274320"/>
          </a:xfrm>
          <a:prstGeom prst="rect">
            <a:avLst/>
          </a:prstGeom>
          <a:noFill/>
        </p:spPr>
        <p:txBody>
          <a:bodyPr wrap="square" lIns="0" rIns="0" tIns="0" bIns="0" anchor="t">
            <a:spAutoFit/>
          </a:bodyPr>
          <a:lstStyle/>
          <a:p>
            <a:pPr algn="ctr"/>
            <a:r>
              <a:rPr sz="950" b="0" i="1">
                <a:solidFill>
                  <a:srgbClr val="595959"/>
                </a:solidFill>
                <a:latin typeface="Arial"/>
              </a:rPr>
              <a:t>holds no business data — ever</a:t>
            </a:r>
          </a:p>
        </p:txBody>
      </p:sp>
      <p:sp>
        <p:nvSpPr>
          <p:cNvPr id="17" name="Right Arrow 16"/>
          <p:cNvSpPr/>
          <p:nvPr/>
        </p:nvSpPr>
        <p:spPr>
          <a:xfrm>
            <a:off x="9509760" y="4151376"/>
            <a:ext cx="1371600" cy="109728"/>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3584448"/>
            <a:ext cx="2011680" cy="530352"/>
          </a:xfrm>
          <a:prstGeom prst="rect">
            <a:avLst/>
          </a:prstGeom>
          <a:noFill/>
        </p:spPr>
        <p:txBody>
          <a:bodyPr wrap="square" lIns="0" rIns="0" tIns="0" bIns="0" anchor="b">
            <a:spAutoFit/>
          </a:bodyPr>
          <a:lstStyle/>
          <a:p>
            <a:pPr algn="ctr"/>
            <a:r>
              <a:rPr sz="950" b="1" i="0">
                <a:solidFill>
                  <a:srgbClr val="0F7A3D"/>
                </a:solidFill>
                <a:latin typeface="Arial"/>
              </a:rPr>
              <a:t>2 · each system gets</a:t>
            </a:r>
          </a:p>
          <a:p>
            <a:pPr algn="ctr"/>
            <a:r>
              <a:rPr sz="950" b="1" i="0">
                <a:solidFill>
                  <a:srgbClr val="0F7A3D"/>
                </a:solidFill>
                <a:latin typeface="Arial"/>
              </a:rPr>
              <a:t>only its own data</a:t>
            </a:r>
          </a:p>
        </p:txBody>
      </p:sp>
      <p:sp>
        <p:nvSpPr>
          <p:cNvPr id="19" name="Rounded Rectangle 18"/>
          <p:cNvSpPr/>
          <p:nvPr/>
        </p:nvSpPr>
        <p:spPr>
          <a:xfrm>
            <a:off x="11064240" y="2057400"/>
            <a:ext cx="6492240" cy="932688"/>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r>
              <a:rPr sz="1200" b="1">
                <a:solidFill>
                  <a:srgbClr val="111111"/>
                </a:solidFill>
                <a:latin typeface="Arial"/>
              </a:rPr>
              <a:t>JAMS</a:t>
            </a:r>
          </a:p>
          <a:p>
            <a:pPr algn="ctr"/>
            <a:r>
              <a:rPr sz="950" b="0">
                <a:solidFill>
                  <a:srgbClr val="595959"/>
                </a:solidFill>
                <a:latin typeface="Arial"/>
              </a:rPr>
              <a:t>receives a web service call</a:t>
            </a:r>
          </a:p>
        </p:txBody>
      </p:sp>
      <p:sp>
        <p:nvSpPr>
          <p:cNvPr id="20" name="Rounded Rectangle 19"/>
          <p:cNvSpPr/>
          <p:nvPr/>
        </p:nvSpPr>
        <p:spPr>
          <a:xfrm>
            <a:off x="11201400" y="1929384"/>
            <a:ext cx="1130198" cy="256032"/>
          </a:xfrm>
          <a:prstGeom prst="roundRect">
            <a:avLst>
              <a:gd name="adj" fmla="val 6000"/>
            </a:avLst>
          </a:prstGeom>
          <a:solidFill>
            <a:srgbClr val="6B7280"/>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FIELD SYSTEM</a:t>
            </a:r>
          </a:p>
        </p:txBody>
      </p:sp>
      <p:sp>
        <p:nvSpPr>
          <p:cNvPr id="21" name="Rounded Rectangle 20"/>
          <p:cNvSpPr/>
          <p:nvPr/>
        </p:nvSpPr>
        <p:spPr>
          <a:xfrm>
            <a:off x="11064240" y="3218688"/>
            <a:ext cx="6492240" cy="932688"/>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r>
              <a:rPr sz="1200" b="1">
                <a:solidFill>
                  <a:srgbClr val="111111"/>
                </a:solidFill>
                <a:latin typeface="Arial"/>
              </a:rPr>
              <a:t>ServiceNow ITSM / Defence</a:t>
            </a:r>
          </a:p>
          <a:p>
            <a:pPr algn="ctr"/>
            <a:r>
              <a:rPr sz="950" b="0">
                <a:solidFill>
                  <a:srgbClr val="595959"/>
                </a:solidFill>
                <a:latin typeface="Arial"/>
              </a:rPr>
              <a:t>receives via its built-in import interface</a:t>
            </a:r>
          </a:p>
        </p:txBody>
      </p:sp>
      <p:sp>
        <p:nvSpPr>
          <p:cNvPr id="22" name="Rounded Rectangle 21"/>
          <p:cNvSpPr/>
          <p:nvPr/>
        </p:nvSpPr>
        <p:spPr>
          <a:xfrm>
            <a:off x="11201400" y="3090672"/>
            <a:ext cx="1130198" cy="256032"/>
          </a:xfrm>
          <a:prstGeom prst="roundRect">
            <a:avLst>
              <a:gd name="adj" fmla="val 6000"/>
            </a:avLst>
          </a:prstGeom>
          <a:solidFill>
            <a:srgbClr val="6B7280"/>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FIELD SYSTEM</a:t>
            </a:r>
          </a:p>
        </p:txBody>
      </p:sp>
      <p:sp>
        <p:nvSpPr>
          <p:cNvPr id="23" name="Rounded Rectangle 22"/>
          <p:cNvSpPr/>
          <p:nvPr/>
        </p:nvSpPr>
        <p:spPr>
          <a:xfrm>
            <a:off x="11064240" y="4379976"/>
            <a:ext cx="6492240" cy="932688"/>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r>
              <a:rPr sz="1200" b="1">
                <a:solidFill>
                  <a:srgbClr val="111111"/>
                </a:solidFill>
                <a:latin typeface="Arial"/>
              </a:rPr>
              <a:t>Sitetracker</a:t>
            </a:r>
          </a:p>
          <a:p>
            <a:pPr algn="ctr"/>
            <a:r>
              <a:rPr sz="950" b="0">
                <a:solidFill>
                  <a:srgbClr val="595959"/>
                </a:solidFill>
                <a:latin typeface="Arial"/>
              </a:rPr>
              <a:t>receives via its standard Salesforce interface</a:t>
            </a:r>
          </a:p>
        </p:txBody>
      </p:sp>
      <p:sp>
        <p:nvSpPr>
          <p:cNvPr id="24" name="Rounded Rectangle 23"/>
          <p:cNvSpPr/>
          <p:nvPr/>
        </p:nvSpPr>
        <p:spPr>
          <a:xfrm>
            <a:off x="11201400" y="4251960"/>
            <a:ext cx="1130198" cy="256032"/>
          </a:xfrm>
          <a:prstGeom prst="roundRect">
            <a:avLst>
              <a:gd name="adj" fmla="val 6000"/>
            </a:avLst>
          </a:prstGeom>
          <a:solidFill>
            <a:srgbClr val="6B7280"/>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FIELD SYSTEM</a:t>
            </a:r>
          </a:p>
        </p:txBody>
      </p:sp>
      <p:sp>
        <p:nvSpPr>
          <p:cNvPr id="25" name="Rounded Rectangle 24"/>
          <p:cNvSpPr/>
          <p:nvPr/>
        </p:nvSpPr>
        <p:spPr>
          <a:xfrm>
            <a:off x="11064240" y="5541264"/>
            <a:ext cx="6492240" cy="932688"/>
          </a:xfrm>
          <a:prstGeom prst="roundRect">
            <a:avLst>
              <a:gd name="adj" fmla="val 6000"/>
            </a:avLst>
          </a:prstGeom>
          <a:solidFill>
            <a:srgbClr val="FFFFFF"/>
          </a:solidFill>
          <a:ln w="222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bIns="36576"/>
          <a:lstStyle/>
          <a:p>
            <a:pPr algn="ctr"/>
            <a:r>
              <a:rPr sz="1200" b="1">
                <a:solidFill>
                  <a:srgbClr val="111111"/>
                </a:solidFill>
                <a:latin typeface="Arial"/>
              </a:rPr>
              <a:t>System with no interface</a:t>
            </a:r>
          </a:p>
          <a:p>
            <a:pPr algn="ctr"/>
            <a:r>
              <a:rPr sz="950" b="0">
                <a:solidFill>
                  <a:srgbClr val="595959"/>
                </a:solidFill>
                <a:latin typeface="Arial"/>
              </a:rPr>
              <a:t>file drop — or it fetches from the existing pull endpoint</a:t>
            </a:r>
          </a:p>
        </p:txBody>
      </p:sp>
      <p:sp>
        <p:nvSpPr>
          <p:cNvPr id="26" name="Rounded Rectangle 25"/>
          <p:cNvSpPr/>
          <p:nvPr/>
        </p:nvSpPr>
        <p:spPr>
          <a:xfrm>
            <a:off x="11201400" y="5413248"/>
            <a:ext cx="1130198" cy="256032"/>
          </a:xfrm>
          <a:prstGeom prst="roundRect">
            <a:avLst>
              <a:gd name="adj" fmla="val 6000"/>
            </a:avLst>
          </a:prstGeom>
          <a:solidFill>
            <a:srgbClr val="6B7280"/>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r>
              <a:rPr sz="900" b="1">
                <a:solidFill>
                  <a:srgbClr val="FFFFFF"/>
                </a:solidFill>
                <a:latin typeface="Arial"/>
              </a:rPr>
              <a:t>FIELD SYSTEM</a:t>
            </a:r>
          </a:p>
        </p:txBody>
      </p:sp>
      <p:sp>
        <p:nvSpPr>
          <p:cNvPr id="27" name="TextBox 26"/>
          <p:cNvSpPr txBox="1"/>
          <p:nvPr/>
        </p:nvSpPr>
        <p:spPr>
          <a:xfrm>
            <a:off x="640080" y="7360920"/>
            <a:ext cx="16916400" cy="320040"/>
          </a:xfrm>
          <a:prstGeom prst="rect">
            <a:avLst/>
          </a:prstGeom>
          <a:noFill/>
        </p:spPr>
        <p:txBody>
          <a:bodyPr wrap="square" lIns="0" rIns="0" tIns="0" bIns="0" anchor="t">
            <a:spAutoFit/>
          </a:bodyPr>
          <a:lstStyle/>
          <a:p>
            <a:pPr algn="l"/>
            <a:r>
              <a:rPr sz="1150" b="1" i="0">
                <a:solidFill>
                  <a:srgbClr val="111111"/>
                </a:solidFill>
                <a:latin typeface="Arial"/>
              </a:rPr>
              <a:t>Field systems change almost nothing: ServiceNow and Sitetracker need administrator configuration only; JAMS builds six small receiving services — the only development outside CPI.</a:t>
            </a:r>
          </a:p>
        </p:txBody>
      </p:sp>
      <p:sp>
        <p:nvSpPr>
          <p:cNvPr id="28" name="TextBox 27"/>
          <p:cNvSpPr txBox="1"/>
          <p:nvPr/>
        </p:nvSpPr>
        <p:spPr>
          <a:xfrm>
            <a:off x="640080" y="7726679"/>
            <a:ext cx="16916400" cy="320040"/>
          </a:xfrm>
          <a:prstGeom prst="rect">
            <a:avLst/>
          </a:prstGeom>
          <a:noFill/>
        </p:spPr>
        <p:txBody>
          <a:bodyPr wrap="square" lIns="0" rIns="0" tIns="0" bIns="0" anchor="t">
            <a:spAutoFit/>
          </a:bodyPr>
          <a:lstStyle/>
          <a:p>
            <a:pPr algn="l"/>
            <a:r>
              <a:rPr sz="1150" b="0" i="0">
                <a:solidFill>
                  <a:srgbClr val="111111"/>
                </a:solidFill>
                <a:latin typeface="Arial"/>
              </a:rPr>
              <a:t>Nothing new to buy — every part is covered by licences already held; no AI is used anywhere.  ·  Adding a system later (including an acquired company’s) = configuration rows plus one converter in CPI.</a:t>
            </a:r>
          </a:p>
        </p:txBody>
      </p:sp>
      <p:sp>
        <p:nvSpPr>
          <p:cNvPr id="29" name="TextBox 28"/>
          <p:cNvSpPr txBox="1"/>
          <p:nvPr/>
        </p:nvSpPr>
        <p:spPr>
          <a:xfrm>
            <a:off x="640080" y="8138160"/>
            <a:ext cx="16916400" cy="320040"/>
          </a:xfrm>
          <a:prstGeom prst="rect">
            <a:avLst/>
          </a:prstGeom>
          <a:noFill/>
        </p:spPr>
        <p:txBody>
          <a:bodyPr wrap="square" lIns="0" rIns="0" tIns="0" bIns="0" anchor="t">
            <a:spAutoFit/>
          </a:bodyPr>
          <a:lstStyle/>
          <a:p>
            <a:pPr algn="l"/>
            <a:r>
              <a:rPr sz="1150" b="1" i="0">
                <a:solidFill>
                  <a:srgbClr val="0F7A3D"/>
                </a:solidFill>
                <a:latin typeface="Arial"/>
              </a:rPr>
              <a:t>S/4’s change-notice service has exactly one job: telling CPI something changed. CPI does everything else. No field system ever connects to it — and a timer can do the same job where no notice exists.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6188779" y="476250"/>
            <a:ext cx="1337221" cy="419075"/>
          </a:xfrm>
          <a:prstGeom prst="rect">
            <a:avLst/>
          </a:prstGeom>
        </p:spPr>
      </p:pic>
      <p:sp>
        <p:nvSpPr>
          <p:cNvPr id="3" name="TextBox 2"/>
          <p:cNvSpPr txBox="1"/>
          <p:nvPr/>
        </p:nvSpPr>
        <p:spPr>
          <a:xfrm>
            <a:off x="640080" y="320040"/>
            <a:ext cx="13716000" cy="548640"/>
          </a:xfrm>
          <a:prstGeom prst="rect">
            <a:avLst/>
          </a:prstGeom>
          <a:noFill/>
        </p:spPr>
        <p:txBody>
          <a:bodyPr wrap="square" lIns="0" rIns="0" tIns="0" bIns="0" anchor="t">
            <a:spAutoFit/>
          </a:bodyPr>
          <a:lstStyle/>
          <a:p>
            <a:pPr algn="l"/>
            <a:r>
              <a:rPr sz="2200" b="1" i="0">
                <a:solidFill>
                  <a:srgbClr val="1F3864"/>
                </a:solidFill>
                <a:latin typeface="Arial"/>
              </a:rPr>
              <a:t>Option D – How It Works: Seven Steps, the Same for Every Data Set and Every System</a:t>
            </a:r>
          </a:p>
        </p:txBody>
      </p:sp>
      <p:sp>
        <p:nvSpPr>
          <p:cNvPr id="4" name="TextBox 3"/>
          <p:cNvSpPr txBox="1"/>
          <p:nvPr/>
        </p:nvSpPr>
        <p:spPr>
          <a:xfrm>
            <a:off x="640080" y="868680"/>
            <a:ext cx="16002000" cy="365760"/>
          </a:xfrm>
          <a:prstGeom prst="rect">
            <a:avLst/>
          </a:prstGeom>
          <a:noFill/>
        </p:spPr>
        <p:txBody>
          <a:bodyPr wrap="square" lIns="0" rIns="0" tIns="0" bIns="0" anchor="t">
            <a:spAutoFit/>
          </a:bodyPr>
          <a:lstStyle/>
          <a:p>
            <a:pPr algn="l"/>
            <a:r>
              <a:rPr sz="1200" b="0" i="0">
                <a:solidFill>
                  <a:srgbClr val="595959"/>
                </a:solidFill>
                <a:latin typeface="Arial"/>
              </a:rPr>
              <a:t>No special cases. Only step 6’s delivery method differs per system.</a:t>
            </a:r>
          </a:p>
        </p:txBody>
      </p:sp>
      <p:sp>
        <p:nvSpPr>
          <p:cNvPr id="5" name="Oval 4"/>
          <p:cNvSpPr/>
          <p:nvPr/>
        </p:nvSpPr>
        <p:spPr>
          <a:xfrm>
            <a:off x="731520" y="160020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1</a:t>
            </a:r>
          </a:p>
        </p:txBody>
      </p:sp>
      <p:sp>
        <p:nvSpPr>
          <p:cNvPr id="6" name="TextBox 5"/>
          <p:cNvSpPr txBox="1"/>
          <p:nvPr/>
        </p:nvSpPr>
        <p:spPr>
          <a:xfrm>
            <a:off x="1325880" y="1554480"/>
            <a:ext cx="16002000" cy="868680"/>
          </a:xfrm>
          <a:prstGeom prst="rect">
            <a:avLst/>
          </a:prstGeom>
          <a:noFill/>
        </p:spPr>
        <p:txBody>
          <a:bodyPr wrap="square" lIns="0" rIns="0" tIns="0" bIns="0">
            <a:spAutoFit/>
          </a:bodyPr>
          <a:lstStyle/>
          <a:p>
            <a:r>
              <a:rPr sz="1300" b="1">
                <a:solidFill>
                  <a:srgbClr val="111111"/>
                </a:solidFill>
                <a:latin typeface="Arial"/>
              </a:rPr>
              <a:t>A record changes in S/4HANA.  </a:t>
            </a:r>
            <a:r>
              <a:rPr sz="1200">
                <a:solidFill>
                  <a:srgbClr val="595959"/>
                </a:solidFill>
                <a:latin typeface="Arial"/>
              </a:rPr>
              <a:t>Created by a field system’s own message, typed in by a user, or posted by another system — it makes no difference.</a:t>
            </a:r>
          </a:p>
        </p:txBody>
      </p:sp>
      <p:sp>
        <p:nvSpPr>
          <p:cNvPr id="7" name="Oval 6"/>
          <p:cNvSpPr/>
          <p:nvPr/>
        </p:nvSpPr>
        <p:spPr>
          <a:xfrm>
            <a:off x="731520" y="2496312"/>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2</a:t>
            </a:r>
          </a:p>
        </p:txBody>
      </p:sp>
      <p:sp>
        <p:nvSpPr>
          <p:cNvPr id="8" name="TextBox 7"/>
          <p:cNvSpPr txBox="1"/>
          <p:nvPr/>
        </p:nvSpPr>
        <p:spPr>
          <a:xfrm>
            <a:off x="1325880" y="2450592"/>
            <a:ext cx="16002000" cy="868680"/>
          </a:xfrm>
          <a:prstGeom prst="rect">
            <a:avLst/>
          </a:prstGeom>
          <a:noFill/>
        </p:spPr>
        <p:txBody>
          <a:bodyPr wrap="square" lIns="0" rIns="0" tIns="0" bIns="0">
            <a:spAutoFit/>
          </a:bodyPr>
          <a:lstStyle/>
          <a:p>
            <a:r>
              <a:rPr sz="1300" b="1">
                <a:solidFill>
                  <a:srgbClr val="111111"/>
                </a:solidFill>
                <a:latin typeface="Arial"/>
              </a:rPr>
              <a:t>CPI finds out.  </a:t>
            </a:r>
            <a:r>
              <a:rPr sz="1200">
                <a:solidFill>
                  <a:srgbClr val="595959"/>
                </a:solidFill>
                <a:latin typeface="Arial"/>
              </a:rPr>
              <a:t>S/4 sends a change notice the moment it happens; where no notice exists, CPI asks on a timer “what changed since last time?”. The notice channel is already switched on and working in our tenant.</a:t>
            </a:r>
          </a:p>
        </p:txBody>
      </p:sp>
      <p:sp>
        <p:nvSpPr>
          <p:cNvPr id="9" name="Oval 8"/>
          <p:cNvSpPr/>
          <p:nvPr/>
        </p:nvSpPr>
        <p:spPr>
          <a:xfrm>
            <a:off x="731520" y="3392424"/>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3</a:t>
            </a:r>
          </a:p>
        </p:txBody>
      </p:sp>
      <p:sp>
        <p:nvSpPr>
          <p:cNvPr id="10" name="TextBox 9"/>
          <p:cNvSpPr txBox="1"/>
          <p:nvPr/>
        </p:nvSpPr>
        <p:spPr>
          <a:xfrm>
            <a:off x="1325880" y="3346704"/>
            <a:ext cx="16002000" cy="868680"/>
          </a:xfrm>
          <a:prstGeom prst="rect">
            <a:avLst/>
          </a:prstGeom>
          <a:noFill/>
        </p:spPr>
        <p:txBody>
          <a:bodyPr wrap="square" lIns="0" rIns="0" tIns="0" bIns="0">
            <a:spAutoFit/>
          </a:bodyPr>
          <a:lstStyle/>
          <a:p>
            <a:r>
              <a:rPr sz="1300" b="1">
                <a:solidFill>
                  <a:srgbClr val="111111"/>
                </a:solidFill>
                <a:latin typeface="Arial"/>
              </a:rPr>
              <a:t>CPI reads the full record fresh from S/4.  </a:t>
            </a:r>
            <a:r>
              <a:rPr sz="1200">
                <a:solidFill>
                  <a:srgbClr val="595959"/>
                </a:solidFill>
                <a:latin typeface="Arial"/>
              </a:rPr>
              <a:t>So what goes out is always the current state — never stale, even if notices arrive late or out of order.</a:t>
            </a:r>
          </a:p>
        </p:txBody>
      </p:sp>
      <p:sp>
        <p:nvSpPr>
          <p:cNvPr id="11" name="Oval 10"/>
          <p:cNvSpPr/>
          <p:nvPr/>
        </p:nvSpPr>
        <p:spPr>
          <a:xfrm>
            <a:off x="731520" y="4288536"/>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4</a:t>
            </a:r>
          </a:p>
        </p:txBody>
      </p:sp>
      <p:sp>
        <p:nvSpPr>
          <p:cNvPr id="12" name="TextBox 11"/>
          <p:cNvSpPr txBox="1"/>
          <p:nvPr/>
        </p:nvSpPr>
        <p:spPr>
          <a:xfrm>
            <a:off x="1325880" y="4242816"/>
            <a:ext cx="16002000" cy="868680"/>
          </a:xfrm>
          <a:prstGeom prst="rect">
            <a:avLst/>
          </a:prstGeom>
          <a:noFill/>
        </p:spPr>
        <p:txBody>
          <a:bodyPr wrap="square" lIns="0" rIns="0" tIns="0" bIns="0">
            <a:spAutoFit/>
          </a:bodyPr>
          <a:lstStyle/>
          <a:p>
            <a:r>
              <a:rPr sz="1300" b="1">
                <a:solidFill>
                  <a:srgbClr val="111111"/>
                </a:solidFill>
                <a:latin typeface="Arial"/>
              </a:rPr>
              <a:t>CPI wraps it in the one standard message.  </a:t>
            </a:r>
            <a:r>
              <a:rPr sz="1200">
                <a:solidFill>
                  <a:srgbClr val="595959"/>
                </a:solidFill>
                <a:latin typeface="Arial"/>
              </a:rPr>
              <a:t>Including the tracking reference the sending system already holds, so it can match the delivery to what it sent.</a:t>
            </a:r>
          </a:p>
        </p:txBody>
      </p:sp>
      <p:sp>
        <p:nvSpPr>
          <p:cNvPr id="13" name="Oval 12"/>
          <p:cNvSpPr/>
          <p:nvPr/>
        </p:nvSpPr>
        <p:spPr>
          <a:xfrm>
            <a:off x="731520" y="5184648"/>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5</a:t>
            </a:r>
          </a:p>
        </p:txBody>
      </p:sp>
      <p:sp>
        <p:nvSpPr>
          <p:cNvPr id="14" name="TextBox 13"/>
          <p:cNvSpPr txBox="1"/>
          <p:nvPr/>
        </p:nvSpPr>
        <p:spPr>
          <a:xfrm>
            <a:off x="1325880" y="5138928"/>
            <a:ext cx="16002000" cy="868680"/>
          </a:xfrm>
          <a:prstGeom prst="rect">
            <a:avLst/>
          </a:prstGeom>
          <a:noFill/>
        </p:spPr>
        <p:txBody>
          <a:bodyPr wrap="square" lIns="0" rIns="0" tIns="0" bIns="0">
            <a:spAutoFit/>
          </a:bodyPr>
          <a:lstStyle/>
          <a:p>
            <a:r>
              <a:rPr sz="1300" b="1">
                <a:solidFill>
                  <a:srgbClr val="111111"/>
                </a:solidFill>
                <a:latin typeface="Arial"/>
              </a:rPr>
              <a:t>CPI checks the subscription list.  </a:t>
            </a:r>
            <a:r>
              <a:rPr sz="1200">
                <a:solidFill>
                  <a:srgbClr val="595959"/>
                </a:solidFill>
                <a:latin typeface="Arial"/>
              </a:rPr>
              <a:t>Which systems want this kind of data, for this contract. A system can never receive data outside its own contracts — this is how Defence separation is enforced, centrally and auditably.</a:t>
            </a:r>
          </a:p>
        </p:txBody>
      </p:sp>
      <p:sp>
        <p:nvSpPr>
          <p:cNvPr id="15" name="Oval 14"/>
          <p:cNvSpPr/>
          <p:nvPr/>
        </p:nvSpPr>
        <p:spPr>
          <a:xfrm>
            <a:off x="731520" y="6080760"/>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6</a:t>
            </a:r>
          </a:p>
        </p:txBody>
      </p:sp>
      <p:sp>
        <p:nvSpPr>
          <p:cNvPr id="16" name="TextBox 15"/>
          <p:cNvSpPr txBox="1"/>
          <p:nvPr/>
        </p:nvSpPr>
        <p:spPr>
          <a:xfrm>
            <a:off x="1325880" y="6035040"/>
            <a:ext cx="16002000" cy="868680"/>
          </a:xfrm>
          <a:prstGeom prst="rect">
            <a:avLst/>
          </a:prstGeom>
          <a:noFill/>
        </p:spPr>
        <p:txBody>
          <a:bodyPr wrap="square" lIns="0" rIns="0" tIns="0" bIns="0">
            <a:spAutoFit/>
          </a:bodyPr>
          <a:lstStyle/>
          <a:p>
            <a:r>
              <a:rPr sz="1300" b="1">
                <a:solidFill>
                  <a:srgbClr val="111111"/>
                </a:solidFill>
                <a:latin typeface="Arial"/>
              </a:rPr>
              <a:t>CPI delivers it the way each system accepts.  </a:t>
            </a:r>
            <a:r>
              <a:rPr sz="1200">
                <a:solidFill>
                  <a:srgbClr val="595959"/>
                </a:solidFill>
                <a:latin typeface="Arial"/>
              </a:rPr>
              <a:t>A web service call or a file. If a system is down, messages queue and retry automatically; one system being down never delays another; nothing is silently lost.</a:t>
            </a:r>
          </a:p>
        </p:txBody>
      </p:sp>
      <p:sp>
        <p:nvSpPr>
          <p:cNvPr id="17" name="Oval 16"/>
          <p:cNvSpPr/>
          <p:nvPr/>
        </p:nvSpPr>
        <p:spPr>
          <a:xfrm>
            <a:off x="731520" y="6976872"/>
            <a:ext cx="384048" cy="38404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7</a:t>
            </a:r>
          </a:p>
        </p:txBody>
      </p:sp>
      <p:sp>
        <p:nvSpPr>
          <p:cNvPr id="18" name="TextBox 17"/>
          <p:cNvSpPr txBox="1"/>
          <p:nvPr/>
        </p:nvSpPr>
        <p:spPr>
          <a:xfrm>
            <a:off x="1325880" y="6931152"/>
            <a:ext cx="16002000" cy="868680"/>
          </a:xfrm>
          <a:prstGeom prst="rect">
            <a:avLst/>
          </a:prstGeom>
          <a:noFill/>
        </p:spPr>
        <p:txBody>
          <a:bodyPr wrap="square" lIns="0" rIns="0" tIns="0" bIns="0">
            <a:spAutoFit/>
          </a:bodyPr>
          <a:lstStyle/>
          <a:p>
            <a:r>
              <a:rPr sz="1300" b="1">
                <a:solidFill>
                  <a:srgbClr val="111111"/>
                </a:solidFill>
                <a:latin typeface="Arial"/>
              </a:rPr>
              <a:t>The receiving system saves it itself.  </a:t>
            </a:r>
            <a:r>
              <a:rPr sz="1200">
                <a:solidFill>
                  <a:srgbClr val="595959"/>
                </a:solidFill>
                <a:latin typeface="Arial"/>
              </a:rPr>
              <a:t>Create if new, update if existing, matched on the S/4 document number — so receiving the same message twice causes no harm.</a:t>
            </a:r>
          </a:p>
        </p:txBody>
      </p:sp>
      <p:sp>
        <p:nvSpPr>
          <p:cNvPr id="19" name="TextBox 18"/>
          <p:cNvSpPr txBox="1"/>
          <p:nvPr/>
        </p:nvSpPr>
        <p:spPr>
          <a:xfrm>
            <a:off x="731520" y="7982712"/>
            <a:ext cx="16642080" cy="548640"/>
          </a:xfrm>
          <a:prstGeom prst="rect">
            <a:avLst/>
          </a:prstGeom>
          <a:noFill/>
        </p:spPr>
        <p:txBody>
          <a:bodyPr wrap="square" lIns="0" rIns="0" tIns="0" bIns="0" anchor="t">
            <a:spAutoFit/>
          </a:bodyPr>
          <a:lstStyle/>
          <a:p>
            <a:pPr algn="l"/>
            <a:r>
              <a:rPr sz="1200" b="1" i="0">
                <a:solidFill>
                  <a:srgbClr val="0F7A3D"/>
                </a:solidFill>
                <a:latin typeface="Arial"/>
              </a:rPr>
              <a:t>This closes the loop the ARB asked about: a work order JAMS sends to S/4 comes back to JAMS automatically with its S/4 document number and status — replacing today’s database queries against the Jobpac data warehouse.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6188779" y="476250"/>
            <a:ext cx="1337221" cy="419075"/>
          </a:xfrm>
          <a:prstGeom prst="rect">
            <a:avLst/>
          </a:prstGeom>
        </p:spPr>
      </p:pic>
      <p:sp>
        <p:nvSpPr>
          <p:cNvPr id="3" name="TextBox 2"/>
          <p:cNvSpPr txBox="1"/>
          <p:nvPr/>
        </p:nvSpPr>
        <p:spPr>
          <a:xfrm>
            <a:off x="640080" y="320040"/>
            <a:ext cx="13716000" cy="548640"/>
          </a:xfrm>
          <a:prstGeom prst="rect">
            <a:avLst/>
          </a:prstGeom>
          <a:noFill/>
        </p:spPr>
        <p:txBody>
          <a:bodyPr wrap="square" lIns="0" rIns="0" tIns="0" bIns="0" anchor="t">
            <a:spAutoFit/>
          </a:bodyPr>
          <a:lstStyle/>
          <a:p>
            <a:pPr algn="l"/>
            <a:r>
              <a:rPr sz="2200" b="1" i="0">
                <a:solidFill>
                  <a:srgbClr val="1F3864"/>
                </a:solidFill>
                <a:latin typeface="Arial"/>
              </a:rPr>
              <a:t>Option D – What Each System Gets and Must Do</a:t>
            </a:r>
          </a:p>
        </p:txBody>
      </p:sp>
      <p:sp>
        <p:nvSpPr>
          <p:cNvPr id="4" name="TextBox 3"/>
          <p:cNvSpPr txBox="1"/>
          <p:nvPr/>
        </p:nvSpPr>
        <p:spPr>
          <a:xfrm>
            <a:off x="640080" y="868680"/>
            <a:ext cx="16002000" cy="365760"/>
          </a:xfrm>
          <a:prstGeom prst="rect">
            <a:avLst/>
          </a:prstGeom>
          <a:noFill/>
        </p:spPr>
        <p:txBody>
          <a:bodyPr wrap="square" lIns="0" rIns="0" tIns="0" bIns="0" anchor="t">
            <a:spAutoFit/>
          </a:bodyPr>
          <a:lstStyle/>
          <a:p>
            <a:pPr algn="l"/>
            <a:r>
              <a:rPr sz="1200" b="0" i="0">
                <a:solidFill>
                  <a:srgbClr val="595959"/>
                </a:solidFill>
                <a:latin typeface="Arial"/>
              </a:rPr>
              <a:t>One row per system. Nothing else is asked of anyone.</a:t>
            </a:r>
          </a:p>
        </p:txBody>
      </p:sp>
      <p:graphicFrame>
        <p:nvGraphicFramePr>
          <p:cNvPr id="5" name="Table 4"/>
          <p:cNvGraphicFramePr>
            <a:graphicFrameLocks noGrp="1"/>
          </p:cNvGraphicFramePr>
          <p:nvPr/>
        </p:nvGraphicFramePr>
        <p:xfrm>
          <a:off x="640080" y="1600200"/>
          <a:ext cx="17007840" cy="5760720"/>
        </p:xfrm>
        <a:graphic>
          <a:graphicData uri="http://schemas.openxmlformats.org/drawingml/2006/table">
            <a:tbl>
              <a:tblPr firstRow="1" bandRow="1">
                <a:tableStyleId>{5C22544A-7EE6-4342-B048-85BDC9FD1C3A}</a:tableStyleId>
              </a:tblPr>
              <a:tblGrid>
                <a:gridCol w="3291840"/>
                <a:gridCol w="5120640"/>
                <a:gridCol w="8595360"/>
              </a:tblGrid>
              <a:tr h="822960">
                <a:tc>
                  <a:txBody>
                    <a:bodyPr wrap="square"/>
                    <a:lstStyle/>
                    <a:p>
                      <a:r>
                        <a:rPr sz="1050" b="1">
                          <a:solidFill>
                            <a:srgbClr val="1F3864"/>
                          </a:solidFill>
                          <a:latin typeface="Arial"/>
                        </a:rPr>
                        <a:t>System</a:t>
                      </a:r>
                    </a:p>
                  </a:txBody>
                  <a:tcPr marL="73152" marR="73152" marT="36576" marB="36576">
                    <a:solidFill>
                      <a:srgbClr val="F4F6F9"/>
                    </a:solidFill>
                  </a:tcPr>
                </a:tc>
                <a:tc>
                  <a:txBody>
                    <a:bodyPr wrap="square"/>
                    <a:lstStyle/>
                    <a:p>
                      <a:r>
                        <a:rPr sz="1050" b="1">
                          <a:solidFill>
                            <a:srgbClr val="1F3864"/>
                          </a:solidFill>
                          <a:latin typeface="Arial"/>
                        </a:rPr>
                        <a:t>How it receives</a:t>
                      </a:r>
                    </a:p>
                  </a:txBody>
                  <a:tcPr marL="73152" marR="73152" marT="36576" marB="36576">
                    <a:solidFill>
                      <a:srgbClr val="F4F6F9"/>
                    </a:solidFill>
                  </a:tcPr>
                </a:tc>
                <a:tc>
                  <a:txBody>
                    <a:bodyPr wrap="square"/>
                    <a:lstStyle/>
                    <a:p>
                      <a:r>
                        <a:rPr sz="1050" b="1">
                          <a:solidFill>
                            <a:srgbClr val="1F3864"/>
                          </a:solidFill>
                          <a:latin typeface="Arial"/>
                        </a:rPr>
                        <a:t>What it must do</a:t>
                      </a:r>
                    </a:p>
                  </a:txBody>
                  <a:tcPr marL="73152" marR="73152" marT="36576" marB="36576">
                    <a:solidFill>
                      <a:srgbClr val="F4F6F9"/>
                    </a:solidFill>
                  </a:tcPr>
                </a:tc>
              </a:tr>
              <a:tr h="822960">
                <a:tc>
                  <a:txBody>
                    <a:bodyPr wrap="square"/>
                    <a:lstStyle/>
                    <a:p>
                      <a:r>
                        <a:rPr b="0" sz="1050">
                          <a:solidFill>
                            <a:srgbClr val="111111"/>
                          </a:solidFill>
                          <a:latin typeface="Arial"/>
                        </a:rPr>
                        <a:t>JAMS</a:t>
                      </a:r>
                    </a:p>
                  </a:txBody>
                  <a:tcPr marL="73152" marR="73152" marT="36576" marB="36576">
                    <a:solidFill>
                      <a:srgbClr val="FFFFFF"/>
                    </a:solidFill>
                  </a:tcPr>
                </a:tc>
                <a:tc>
                  <a:txBody>
                    <a:bodyPr wrap="square"/>
                    <a:lstStyle/>
                    <a:p>
                      <a:r>
                        <a:rPr sz="1050" b="0">
                          <a:solidFill>
                            <a:srgbClr val="111111"/>
                          </a:solidFill>
                          <a:latin typeface="Arial"/>
                        </a:rPr>
                        <a:t>CPI calls a JAMS web service for each changed record</a:t>
                      </a:r>
                    </a:p>
                  </a:txBody>
                  <a:tcPr marL="73152" marR="73152" marT="36576" marB="36576">
                    <a:solidFill>
                      <a:srgbClr val="FFFFFF"/>
                    </a:solidFill>
                  </a:tcPr>
                </a:tc>
                <a:tc>
                  <a:txBody>
                    <a:bodyPr wrap="square"/>
                    <a:lstStyle/>
                    <a:p>
                      <a:r>
                        <a:rPr sz="1050" b="0">
                          <a:solidFill>
                            <a:srgbClr val="111111"/>
                          </a:solidFill>
                          <a:latin typeface="Arial"/>
                        </a:rPr>
                        <a:t>Build six small receiving services (one per kind of data), each saving create-or-update on the S/4 document number. Addresses and field lists agreed with the JAMS team before build. This is the only development outside CPI — equal effort to the pull client it replaces.</a:t>
                      </a:r>
                    </a:p>
                  </a:txBody>
                  <a:tcPr marL="73152" marR="73152" marT="36576" marB="36576">
                    <a:solidFill>
                      <a:srgbClr val="FFFFFF"/>
                    </a:solidFill>
                  </a:tcPr>
                </a:tc>
              </a:tr>
              <a:tr h="822960">
                <a:tc>
                  <a:txBody>
                    <a:bodyPr wrap="square"/>
                    <a:lstStyle/>
                    <a:p>
                      <a:r>
                        <a:rPr b="0" sz="1050">
                          <a:solidFill>
                            <a:srgbClr val="111111"/>
                          </a:solidFill>
                          <a:latin typeface="Arial"/>
                        </a:rPr>
                        <a:t>ServiceNow ITSM</a:t>
                      </a:r>
                    </a:p>
                  </a:txBody>
                  <a:tcPr marL="73152" marR="73152" marT="36576" marB="36576">
                    <a:solidFill>
                      <a:srgbClr val="FFFFFF"/>
                    </a:solidFill>
                  </a:tcPr>
                </a:tc>
                <a:tc>
                  <a:txBody>
                    <a:bodyPr wrap="square"/>
                    <a:lstStyle/>
                    <a:p>
                      <a:r>
                        <a:rPr sz="1050" b="0">
                          <a:solidFill>
                            <a:srgbClr val="111111"/>
                          </a:solidFill>
                          <a:latin typeface="Arial"/>
                        </a:rPr>
                        <a:t>CPI posts into ServiceNow’s built-in import interface</a:t>
                      </a:r>
                    </a:p>
                  </a:txBody>
                  <a:tcPr marL="73152" marR="73152" marT="36576" marB="36576">
                    <a:solidFill>
                      <a:srgbClr val="FFFFFF"/>
                    </a:solidFill>
                  </a:tcPr>
                </a:tc>
                <a:tc>
                  <a:txBody>
                    <a:bodyPr wrap="square"/>
                    <a:lstStyle/>
                    <a:p>
                      <a:r>
                        <a:rPr sz="1050" b="0">
                          <a:solidFill>
                            <a:srgbClr val="111111"/>
                          </a:solidFill>
                          <a:latin typeface="Arial"/>
                        </a:rPr>
                        <a:t>Administrator configuration only — no development.</a:t>
                      </a:r>
                    </a:p>
                  </a:txBody>
                  <a:tcPr marL="73152" marR="73152" marT="36576" marB="36576">
                    <a:solidFill>
                      <a:srgbClr val="FFFFFF"/>
                    </a:solidFill>
                  </a:tcPr>
                </a:tc>
              </a:tr>
              <a:tr h="822960">
                <a:tc>
                  <a:txBody>
                    <a:bodyPr wrap="square"/>
                    <a:lstStyle/>
                    <a:p>
                      <a:r>
                        <a:rPr b="0" sz="1050">
                          <a:solidFill>
                            <a:srgbClr val="111111"/>
                          </a:solidFill>
                          <a:latin typeface="Arial"/>
                        </a:rPr>
                        <a:t>ServiceNow Defence</a:t>
                      </a:r>
                    </a:p>
                  </a:txBody>
                  <a:tcPr marL="73152" marR="73152" marT="36576" marB="36576">
                    <a:solidFill>
                      <a:srgbClr val="FFFFFF"/>
                    </a:solidFill>
                  </a:tcPr>
                </a:tc>
                <a:tc>
                  <a:txBody>
                    <a:bodyPr wrap="square"/>
                    <a:lstStyle/>
                    <a:p>
                      <a:r>
                        <a:rPr sz="1050" b="0">
                          <a:solidFill>
                            <a:srgbClr val="111111"/>
                          </a:solidFill>
                          <a:latin typeface="Arial"/>
                        </a:rPr>
                        <a:t>Same as ITSM — separate instance, separate login, separate queue</a:t>
                      </a:r>
                    </a:p>
                  </a:txBody>
                  <a:tcPr marL="73152" marR="73152" marT="36576" marB="36576">
                    <a:solidFill>
                      <a:srgbClr val="FFFFFF"/>
                    </a:solidFill>
                  </a:tcPr>
                </a:tc>
                <a:tc>
                  <a:txBody>
                    <a:bodyPr wrap="square"/>
                    <a:lstStyle/>
                    <a:p>
                      <a:r>
                        <a:rPr sz="1050" b="0">
                          <a:solidFill>
                            <a:srgbClr val="111111"/>
                          </a:solidFill>
                          <a:latin typeface="Arial"/>
                        </a:rPr>
                        <a:t>Administrator configuration only. Only Defence-contract data can ever reach it — enforced centrally in CPI, fully auditable.</a:t>
                      </a:r>
                    </a:p>
                  </a:txBody>
                  <a:tcPr marL="73152" marR="73152" marT="36576" marB="36576">
                    <a:solidFill>
                      <a:srgbClr val="FFFFFF"/>
                    </a:solidFill>
                  </a:tcPr>
                </a:tc>
              </a:tr>
              <a:tr h="822960">
                <a:tc>
                  <a:txBody>
                    <a:bodyPr wrap="square"/>
                    <a:lstStyle/>
                    <a:p>
                      <a:r>
                        <a:rPr b="0" sz="1050">
                          <a:solidFill>
                            <a:srgbClr val="111111"/>
                          </a:solidFill>
                          <a:latin typeface="Arial"/>
                        </a:rPr>
                        <a:t>Sitetracker</a:t>
                      </a:r>
                    </a:p>
                  </a:txBody>
                  <a:tcPr marL="73152" marR="73152" marT="36576" marB="36576">
                    <a:solidFill>
                      <a:srgbClr val="FFFFFF"/>
                    </a:solidFill>
                  </a:tcPr>
                </a:tc>
                <a:tc>
                  <a:txBody>
                    <a:bodyPr wrap="square"/>
                    <a:lstStyle/>
                    <a:p>
                      <a:r>
                        <a:rPr sz="1050" b="0">
                          <a:solidFill>
                            <a:srgbClr val="111111"/>
                          </a:solidFill>
                          <a:latin typeface="Arial"/>
                        </a:rPr>
                        <a:t>CPI saves records through the standard Salesforce interface Sitetracker is built on</a:t>
                      </a:r>
                    </a:p>
                  </a:txBody>
                  <a:tcPr marL="73152" marR="73152" marT="36576" marB="36576">
                    <a:solidFill>
                      <a:srgbClr val="FFFFFF"/>
                    </a:solidFill>
                  </a:tcPr>
                </a:tc>
                <a:tc>
                  <a:txBody>
                    <a:bodyPr wrap="square"/>
                    <a:lstStyle/>
                    <a:p>
                      <a:r>
                        <a:rPr sz="1050" b="0">
                          <a:solidFill>
                            <a:srgbClr val="111111"/>
                          </a:solidFill>
                          <a:latin typeface="Arial"/>
                        </a:rPr>
                        <a:t>Administrator configuration only. Build when its need is confirmed.</a:t>
                      </a:r>
                    </a:p>
                  </a:txBody>
                  <a:tcPr marL="73152" marR="73152" marT="36576" marB="36576">
                    <a:solidFill>
                      <a:srgbClr val="FFFFFF"/>
                    </a:solidFill>
                  </a:tcPr>
                </a:tc>
              </a:tr>
              <a:tr h="822960">
                <a:tc>
                  <a:txBody>
                    <a:bodyPr wrap="square"/>
                    <a:lstStyle/>
                    <a:p>
                      <a:r>
                        <a:rPr b="0" sz="1050">
                          <a:solidFill>
                            <a:srgbClr val="111111"/>
                          </a:solidFill>
                          <a:latin typeface="Arial"/>
                        </a:rPr>
                        <a:t>A system with an import job, no interface</a:t>
                      </a:r>
                    </a:p>
                  </a:txBody>
                  <a:tcPr marL="73152" marR="73152" marT="36576" marB="36576">
                    <a:solidFill>
                      <a:srgbClr val="FFFFFF"/>
                    </a:solidFill>
                  </a:tcPr>
                </a:tc>
                <a:tc>
                  <a:txBody>
                    <a:bodyPr wrap="square"/>
                    <a:lstStyle/>
                    <a:p>
                      <a:r>
                        <a:rPr sz="1050" b="0">
                          <a:solidFill>
                            <a:srgbClr val="111111"/>
                          </a:solidFill>
                          <a:latin typeface="Arial"/>
                        </a:rPr>
                        <a:t>CPI drops a file into that system’s folder</a:t>
                      </a:r>
                    </a:p>
                  </a:txBody>
                  <a:tcPr marL="73152" marR="73152" marT="36576" marB="36576">
                    <a:solidFill>
                      <a:srgbClr val="FFFFFF"/>
                    </a:solidFill>
                  </a:tcPr>
                </a:tc>
                <a:tc>
                  <a:txBody>
                    <a:bodyPr wrap="square"/>
                    <a:lstStyle/>
                    <a:p>
                      <a:r>
                        <a:rPr sz="1050" b="0">
                          <a:solidFill>
                            <a:srgbClr val="111111"/>
                          </a:solidFill>
                          <a:latin typeface="Arial"/>
                        </a:rPr>
                        <a:t>Point its existing import at the folder. Nothing else.</a:t>
                      </a:r>
                    </a:p>
                  </a:txBody>
                  <a:tcPr marL="73152" marR="73152" marT="36576" marB="36576">
                    <a:solidFill>
                      <a:srgbClr val="FFFFFF"/>
                    </a:solidFill>
                  </a:tcPr>
                </a:tc>
              </a:tr>
              <a:tr h="822960">
                <a:tc>
                  <a:txBody>
                    <a:bodyPr wrap="square"/>
                    <a:lstStyle/>
                    <a:p>
                      <a:r>
                        <a:rPr b="0" sz="1050">
                          <a:solidFill>
                            <a:srgbClr val="111111"/>
                          </a:solidFill>
                          <a:latin typeface="Arial"/>
                        </a:rPr>
                        <a:t>A system with nothing</a:t>
                      </a:r>
                    </a:p>
                  </a:txBody>
                  <a:tcPr marL="73152" marR="73152" marT="36576" marB="36576">
                    <a:solidFill>
                      <a:srgbClr val="FFFFFF"/>
                    </a:solidFill>
                  </a:tcPr>
                </a:tc>
                <a:tc>
                  <a:txBody>
                    <a:bodyPr wrap="square"/>
                    <a:lstStyle/>
                    <a:p>
                      <a:r>
                        <a:rPr sz="1050" b="0">
                          <a:solidFill>
                            <a:srgbClr val="111111"/>
                          </a:solidFill>
                          <a:latin typeface="Arial"/>
                        </a:rPr>
                        <a:t>It fetches from the already-designed pull endpoint on its own schedule</a:t>
                      </a:r>
                    </a:p>
                  </a:txBody>
                  <a:tcPr marL="73152" marR="73152" marT="36576" marB="36576">
                    <a:solidFill>
                      <a:srgbClr val="FFFFFF"/>
                    </a:solidFill>
                  </a:tcPr>
                </a:tc>
                <a:tc>
                  <a:txBody>
                    <a:bodyPr wrap="square"/>
                    <a:lstStyle/>
                    <a:p>
                      <a:r>
                        <a:rPr sz="1050" b="0">
                          <a:solidFill>
                            <a:srgbClr val="111111"/>
                          </a:solidFill>
                          <a:latin typeface="Arial"/>
                        </a:rPr>
                        <a:t>The documented exception — Option B kept for exactly this case.</a:t>
                      </a:r>
                    </a:p>
                  </a:txBody>
                  <a:tcPr marL="73152" marR="73152" marT="36576" marB="36576">
                    <a:solidFill>
                      <a:srgbClr val="FFFFFF"/>
                    </a:solidFill>
                  </a:tcPr>
                </a:tc>
              </a:tr>
            </a:tbl>
          </a:graphicData>
        </a:graphic>
      </p:graphicFrame>
      <p:sp>
        <p:nvSpPr>
          <p:cNvPr id="6" name="TextBox 5"/>
          <p:cNvSpPr txBox="1"/>
          <p:nvPr/>
        </p:nvSpPr>
        <p:spPr>
          <a:xfrm>
            <a:off x="640080" y="7818120"/>
            <a:ext cx="16916400" cy="640080"/>
          </a:xfrm>
          <a:prstGeom prst="rect">
            <a:avLst/>
          </a:prstGeom>
          <a:noFill/>
        </p:spPr>
        <p:txBody>
          <a:bodyPr wrap="square" lIns="0" rIns="0" tIns="0" bIns="0" anchor="t">
            <a:spAutoFit/>
          </a:bodyPr>
          <a:lstStyle/>
          <a:p>
            <a:pPr algn="l"/>
            <a:r>
              <a:rPr sz="1150" b="1" i="0">
                <a:solidFill>
                  <a:srgbClr val="C00000"/>
                </a:solidFill>
                <a:latin typeface="Arial"/>
              </a:rPr>
              <a:t>Ruled out everywhere: writing into any system’s database directly (impossible for the cloud systems, unsupported and upgrade-fragile for JAMS — CPI technically can, SAP’s own guidance says don’t), and any new in-between database (recreates the store being decommissioned).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6188779" y="476250"/>
            <a:ext cx="1337221" cy="419075"/>
          </a:xfrm>
          <a:prstGeom prst="rect">
            <a:avLst/>
          </a:prstGeom>
        </p:spPr>
      </p:pic>
      <p:sp>
        <p:nvSpPr>
          <p:cNvPr id="3" name="TextBox 2"/>
          <p:cNvSpPr txBox="1"/>
          <p:nvPr/>
        </p:nvSpPr>
        <p:spPr>
          <a:xfrm>
            <a:off x="640080" y="320040"/>
            <a:ext cx="13716000" cy="548640"/>
          </a:xfrm>
          <a:prstGeom prst="rect">
            <a:avLst/>
          </a:prstGeom>
          <a:noFill/>
        </p:spPr>
        <p:txBody>
          <a:bodyPr wrap="square" lIns="0" rIns="0" tIns="0" bIns="0" anchor="t">
            <a:spAutoFit/>
          </a:bodyPr>
          <a:lstStyle/>
          <a:p>
            <a:pPr algn="l"/>
            <a:r>
              <a:rPr sz="2200" b="1" i="0">
                <a:solidFill>
                  <a:srgbClr val="1F3864"/>
                </a:solidFill>
                <a:latin typeface="Arial"/>
              </a:rPr>
              <a:t>Option D – What It Takes to Build</a:t>
            </a:r>
          </a:p>
        </p:txBody>
      </p:sp>
      <p:sp>
        <p:nvSpPr>
          <p:cNvPr id="4" name="TextBox 3"/>
          <p:cNvSpPr txBox="1"/>
          <p:nvPr/>
        </p:nvSpPr>
        <p:spPr>
          <a:xfrm>
            <a:off x="640080" y="868680"/>
            <a:ext cx="16002000" cy="365760"/>
          </a:xfrm>
          <a:prstGeom prst="rect">
            <a:avLst/>
          </a:prstGeom>
          <a:noFill/>
        </p:spPr>
        <p:txBody>
          <a:bodyPr wrap="square" lIns="0" rIns="0" tIns="0" bIns="0" anchor="t">
            <a:spAutoFit/>
          </a:bodyPr>
          <a:lstStyle/>
          <a:p>
            <a:pPr algn="l"/>
            <a:r>
              <a:rPr sz="1200" b="0" i="0">
                <a:solidFill>
                  <a:srgbClr val="595959"/>
                </a:solidFill>
                <a:latin typeface="Arial"/>
              </a:rPr>
              <a:t>S/4: configuration only. CPI: the only development. Licences: nothing new to buy.</a:t>
            </a:r>
          </a:p>
        </p:txBody>
      </p:sp>
      <p:graphicFrame>
        <p:nvGraphicFramePr>
          <p:cNvPr id="5" name="Table 4"/>
          <p:cNvGraphicFramePr>
            <a:graphicFrameLocks noGrp="1"/>
          </p:cNvGraphicFramePr>
          <p:nvPr/>
        </p:nvGraphicFramePr>
        <p:xfrm>
          <a:off x="640080" y="1600200"/>
          <a:ext cx="17007840" cy="4937760"/>
        </p:xfrm>
        <a:graphic>
          <a:graphicData uri="http://schemas.openxmlformats.org/drawingml/2006/table">
            <a:tbl>
              <a:tblPr firstRow="1" bandRow="1">
                <a:tableStyleId>{5C22544A-7EE6-4342-B048-85BDC9FD1C3A}</a:tableStyleId>
              </a:tblPr>
              <a:tblGrid>
                <a:gridCol w="2377440"/>
                <a:gridCol w="8229600"/>
                <a:gridCol w="6400800"/>
              </a:tblGrid>
              <a:tr h="987552">
                <a:tc>
                  <a:txBody>
                    <a:bodyPr wrap="square"/>
                    <a:lstStyle/>
                    <a:p>
                      <a:r>
                        <a:rPr sz="1050" b="1">
                          <a:solidFill>
                            <a:srgbClr val="1F3864"/>
                          </a:solidFill>
                          <a:latin typeface="Arial"/>
                        </a:rPr>
                        <a:t>Where</a:t>
                      </a:r>
                    </a:p>
                  </a:txBody>
                  <a:tcPr marL="73152" marR="73152" marT="36576" marB="36576">
                    <a:solidFill>
                      <a:srgbClr val="F4F6F9"/>
                    </a:solidFill>
                  </a:tcPr>
                </a:tc>
                <a:tc>
                  <a:txBody>
                    <a:bodyPr wrap="square"/>
                    <a:lstStyle/>
                    <a:p>
                      <a:r>
                        <a:rPr sz="1050" b="1">
                          <a:solidFill>
                            <a:srgbClr val="1F3864"/>
                          </a:solidFill>
                          <a:latin typeface="Arial"/>
                        </a:rPr>
                        <a:t>What is needed</a:t>
                      </a:r>
                    </a:p>
                  </a:txBody>
                  <a:tcPr marL="73152" marR="73152" marT="36576" marB="36576">
                    <a:solidFill>
                      <a:srgbClr val="F4F6F9"/>
                    </a:solidFill>
                  </a:tcPr>
                </a:tc>
                <a:tc>
                  <a:txBody>
                    <a:bodyPr wrap="square"/>
                    <a:lstStyle/>
                    <a:p>
                      <a:r>
                        <a:rPr sz="1050" b="1">
                          <a:solidFill>
                            <a:srgbClr val="1F3864"/>
                          </a:solidFill>
                          <a:latin typeface="Arial"/>
                        </a:rPr>
                        <a:t>Proof / status</a:t>
                      </a:r>
                    </a:p>
                  </a:txBody>
                  <a:tcPr marL="73152" marR="73152" marT="36576" marB="36576">
                    <a:solidFill>
                      <a:srgbClr val="F4F6F9"/>
                    </a:solidFill>
                  </a:tcPr>
                </a:tc>
              </a:tr>
              <a:tr h="987552">
                <a:tc>
                  <a:txBody>
                    <a:bodyPr wrap="square"/>
                    <a:lstStyle/>
                    <a:p>
                      <a:r>
                        <a:rPr b="0" sz="1050">
                          <a:solidFill>
                            <a:srgbClr val="111111"/>
                          </a:solidFill>
                          <a:latin typeface="Arial"/>
                        </a:rPr>
                        <a:t>S/4HANA</a:t>
                      </a:r>
                    </a:p>
                  </a:txBody>
                  <a:tcPr marL="73152" marR="73152" marT="36576" marB="36576">
                    <a:solidFill>
                      <a:srgbClr val="FFFFFF"/>
                    </a:solidFill>
                  </a:tcPr>
                </a:tc>
                <a:tc>
                  <a:txBody>
                    <a:bodyPr wrap="square"/>
                    <a:lstStyle/>
                    <a:p>
                      <a:r>
                        <a:rPr sz="1050" b="0">
                          <a:solidFill>
                            <a:srgbClr val="111111"/>
                          </a:solidFill>
                          <a:latin typeface="Arial"/>
                        </a:rPr>
                        <a:t>Configuration in standard apps only: switch on the change notice per kind of data (a two-minute step each). No development — none is even possible in our cloud edition.</a:t>
                      </a:r>
                    </a:p>
                  </a:txBody>
                  <a:tcPr marL="73152" marR="73152" marT="36576" marB="36576">
                    <a:solidFill>
                      <a:srgbClr val="FFFFFF"/>
                    </a:solidFill>
                  </a:tcPr>
                </a:tc>
                <a:tc>
                  <a:txBody>
                    <a:bodyPr wrap="square"/>
                    <a:lstStyle/>
                    <a:p>
                      <a:r>
                        <a:rPr sz="1050" b="0">
                          <a:solidFill>
                            <a:srgbClr val="111111"/>
                          </a:solidFill>
                          <a:latin typeface="Arial"/>
                        </a:rPr>
                        <a:t>The notice channel is already active in our tenant, with one notice (service entry sheet) switched on and working today.</a:t>
                      </a:r>
                    </a:p>
                  </a:txBody>
                  <a:tcPr marL="73152" marR="73152" marT="36576" marB="36576">
                    <a:solidFill>
                      <a:srgbClr val="FFFFFF"/>
                    </a:solidFill>
                  </a:tcPr>
                </a:tc>
              </a:tr>
              <a:tr h="987552">
                <a:tc>
                  <a:txBody>
                    <a:bodyPr wrap="square"/>
                    <a:lstStyle/>
                    <a:p>
                      <a:r>
                        <a:rPr b="0" sz="1050">
                          <a:solidFill>
                            <a:srgbClr val="111111"/>
                          </a:solidFill>
                          <a:latin typeface="Arial"/>
                        </a:rPr>
                        <a:t>SAP CPI</a:t>
                      </a:r>
                    </a:p>
                  </a:txBody>
                  <a:tcPr marL="73152" marR="73152" marT="36576" marB="36576">
                    <a:solidFill>
                      <a:srgbClr val="FFFFFF"/>
                    </a:solidFill>
                  </a:tcPr>
                </a:tc>
                <a:tc>
                  <a:txBody>
                    <a:bodyPr wrap="square"/>
                    <a:lstStyle/>
                    <a:p>
                      <a:r>
                        <a:rPr sz="1050" b="0">
                          <a:solidFill>
                            <a:srgbClr val="111111"/>
                          </a:solidFill>
                          <a:latin typeface="Arial"/>
                        </a:rPr>
                        <a:t>The distribution layer — detect, read, wrap, route, deliver, retry, re-send. Assembled from standard delivered parts; no custom platform components.</a:t>
                      </a:r>
                    </a:p>
                  </a:txBody>
                  <a:tcPr marL="73152" marR="73152" marT="36576" marB="36576">
                    <a:solidFill>
                      <a:srgbClr val="FFFFFF"/>
                    </a:solidFill>
                  </a:tcPr>
                </a:tc>
                <a:tc>
                  <a:txBody>
                    <a:bodyPr wrap="square"/>
                    <a:lstStyle/>
                    <a:p>
                      <a:r>
                        <a:rPr sz="1050" b="0">
                          <a:solidFill>
                            <a:srgbClr val="111111"/>
                          </a:solidFill>
                          <a:latin typeface="Arial"/>
                        </a:rPr>
                        <a:t>Fully specified for the build partner: numbered requirements, tests and a definition of done (build specification document).</a:t>
                      </a:r>
                    </a:p>
                  </a:txBody>
                  <a:tcPr marL="73152" marR="73152" marT="36576" marB="36576">
                    <a:solidFill>
                      <a:srgbClr val="FFFFFF"/>
                    </a:solidFill>
                  </a:tcPr>
                </a:tc>
              </a:tr>
              <a:tr h="987552">
                <a:tc>
                  <a:txBody>
                    <a:bodyPr wrap="square"/>
                    <a:lstStyle/>
                    <a:p>
                      <a:r>
                        <a:rPr b="0" sz="1050">
                          <a:solidFill>
                            <a:srgbClr val="111111"/>
                          </a:solidFill>
                          <a:latin typeface="Arial"/>
                        </a:rPr>
                        <a:t>Field systems</a:t>
                      </a:r>
                    </a:p>
                  </a:txBody>
                  <a:tcPr marL="73152" marR="73152" marT="36576" marB="36576">
                    <a:solidFill>
                      <a:srgbClr val="FFFFFF"/>
                    </a:solidFill>
                  </a:tcPr>
                </a:tc>
                <a:tc>
                  <a:txBody>
                    <a:bodyPr wrap="square"/>
                    <a:lstStyle/>
                    <a:p>
                      <a:r>
                        <a:rPr sz="1050" b="0">
                          <a:solidFill>
                            <a:srgbClr val="111111"/>
                          </a:solidFill>
                          <a:latin typeface="Arial"/>
                        </a:rPr>
                        <a:t>Configuration, plus JAMS’s six receiving services.</a:t>
                      </a:r>
                    </a:p>
                  </a:txBody>
                  <a:tcPr marL="73152" marR="73152" marT="36576" marB="36576">
                    <a:solidFill>
                      <a:srgbClr val="FFFFFF"/>
                    </a:solidFill>
                  </a:tcPr>
                </a:tc>
                <a:tc>
                  <a:txBody>
                    <a:bodyPr wrap="square"/>
                    <a:lstStyle/>
                    <a:p>
                      <a:r>
                        <a:rPr sz="1050" b="0">
                          <a:solidFill>
                            <a:srgbClr val="111111"/>
                          </a:solidFill>
                          <a:latin typeface="Arial"/>
                        </a:rPr>
                        <a:t>Previous slide.</a:t>
                      </a:r>
                    </a:p>
                  </a:txBody>
                  <a:tcPr marL="73152" marR="73152" marT="36576" marB="36576">
                    <a:solidFill>
                      <a:srgbClr val="FFFFFF"/>
                    </a:solidFill>
                  </a:tcPr>
                </a:tc>
              </a:tr>
              <a:tr h="987552">
                <a:tc>
                  <a:txBody>
                    <a:bodyPr wrap="square"/>
                    <a:lstStyle/>
                    <a:p>
                      <a:r>
                        <a:rPr b="0" sz="1050">
                          <a:solidFill>
                            <a:srgbClr val="111111"/>
                          </a:solidFill>
                          <a:latin typeface="Arial"/>
                        </a:rPr>
                        <a:t>Licences</a:t>
                      </a:r>
                    </a:p>
                  </a:txBody>
                  <a:tcPr marL="73152" marR="73152" marT="36576" marB="36576">
                    <a:solidFill>
                      <a:srgbClr val="FFFFFF"/>
                    </a:solidFill>
                  </a:tcPr>
                </a:tc>
                <a:tc>
                  <a:txBody>
                    <a:bodyPr wrap="square"/>
                    <a:lstStyle/>
                    <a:p>
                      <a:r>
                        <a:rPr sz="1050" b="0">
                          <a:solidFill>
                            <a:srgbClr val="111111"/>
                          </a:solidFill>
                          <a:latin typeface="Arial"/>
                        </a:rPr>
                        <a:t>Everything used is inside licences already held. The event capability is included in our Integration Suite edition; the S/4 extensibility plans show ‘commercial type: none’ in our own account. No AI is used anywhere.</a:t>
                      </a:r>
                    </a:p>
                  </a:txBody>
                  <a:tcPr marL="73152" marR="73152" marT="36576" marB="36576">
                    <a:solidFill>
                      <a:srgbClr val="FFFFFF"/>
                    </a:solidFill>
                  </a:tcPr>
                </a:tc>
                <a:tc>
                  <a:txBody>
                    <a:bodyPr wrap="square"/>
                    <a:lstStyle/>
                    <a:p>
                      <a:r>
                        <a:rPr sz="1050" b="0">
                          <a:solidFill>
                            <a:srgbClr val="111111"/>
                          </a:solidFill>
                          <a:latin typeface="Arial"/>
                        </a:rPr>
                        <a:t>Checked in our own SAP accounts. One open commercial check: message volumes against existing Integration Suite metering.</a:t>
                      </a:r>
                    </a:p>
                  </a:txBody>
                  <a:tcPr marL="73152" marR="73152" marT="36576" marB="36576">
                    <a:solidFill>
                      <a:srgbClr val="FFFFFF"/>
                    </a:solidFill>
                  </a:tcPr>
                </a:tc>
              </a:tr>
            </a:tbl>
          </a:graphicData>
        </a:graphic>
      </p:graphicFrame>
      <p:sp>
        <p:nvSpPr>
          <p:cNvPr id="6" name="TextBox 5"/>
          <p:cNvSpPr txBox="1"/>
          <p:nvPr/>
        </p:nvSpPr>
        <p:spPr>
          <a:xfrm>
            <a:off x="640080" y="7178040"/>
            <a:ext cx="16916400" cy="457200"/>
          </a:xfrm>
          <a:prstGeom prst="rect">
            <a:avLst/>
          </a:prstGeom>
          <a:noFill/>
        </p:spPr>
        <p:txBody>
          <a:bodyPr wrap="square" lIns="0" rIns="0" tIns="0" bIns="0" anchor="t">
            <a:spAutoFit/>
          </a:bodyPr>
          <a:lstStyle/>
          <a:p>
            <a:pPr algn="l"/>
            <a:r>
              <a:rPr sz="1200" b="1" i="0">
                <a:solidFill>
                  <a:srgbClr val="0F7A3D"/>
                </a:solidFill>
                <a:latin typeface="Arial"/>
              </a:rPr>
              <a:t>Sequencing: the JAMS day-one scope works with the timer alone — the change-notice part improves speed later and blocks nothing.</a:t>
            </a:r>
          </a:p>
        </p:txBody>
      </p:sp>
      <p:sp>
        <p:nvSpPr>
          <p:cNvPr id="7" name="TextBox 6"/>
          <p:cNvSpPr txBox="1"/>
          <p:nvPr/>
        </p:nvSpPr>
        <p:spPr>
          <a:xfrm>
            <a:off x="640080" y="7635240"/>
            <a:ext cx="16916400" cy="731520"/>
          </a:xfrm>
          <a:prstGeom prst="rect">
            <a:avLst/>
          </a:prstGeom>
          <a:noFill/>
        </p:spPr>
        <p:txBody>
          <a:bodyPr wrap="square" lIns="0" rIns="0" tIns="0" bIns="0" anchor="t">
            <a:spAutoFit/>
          </a:bodyPr>
          <a:lstStyle/>
          <a:p>
            <a:pPr algn="l"/>
            <a:r>
              <a:rPr sz="1100" b="0" i="0">
                <a:solidFill>
                  <a:srgbClr val="595959"/>
                </a:solidFill>
                <a:latin typeface="Arial"/>
              </a:rPr>
              <a:t>Open before build (with owners): exact change-notice names per data set (Rajesh) · timer frequency per data set (Trajce) · JAMS service addresses, login and six field lists (Trajce + CPI team) · ServiceNow import approach under Defence security rules and ITSM need (Chamila) · Sitetracker need and owner (TBC) · message-volume estimate (Rajesh).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6188779" y="476250"/>
            <a:ext cx="1337221" cy="419075"/>
          </a:xfrm>
          <a:prstGeom prst="rect">
            <a:avLst/>
          </a:prstGeom>
        </p:spPr>
      </p:pic>
      <p:sp>
        <p:nvSpPr>
          <p:cNvPr id="3" name="TextBox 2"/>
          <p:cNvSpPr txBox="1"/>
          <p:nvPr/>
        </p:nvSpPr>
        <p:spPr>
          <a:xfrm>
            <a:off x="640080" y="320040"/>
            <a:ext cx="13716000" cy="548640"/>
          </a:xfrm>
          <a:prstGeom prst="rect">
            <a:avLst/>
          </a:prstGeom>
          <a:noFill/>
        </p:spPr>
        <p:txBody>
          <a:bodyPr wrap="square" lIns="0" rIns="0" tIns="0" bIns="0" anchor="t">
            <a:spAutoFit/>
          </a:bodyPr>
          <a:lstStyle/>
          <a:p>
            <a:pPr algn="l"/>
            <a:r>
              <a:rPr sz="2200" b="1" i="0">
                <a:solidFill>
                  <a:srgbClr val="1F3864"/>
                </a:solidFill>
                <a:latin typeface="Arial"/>
              </a:rPr>
              <a:t>Option E Considered – Fully Event-Driven Delivery (a Variant, Not the Rule)</a:t>
            </a:r>
          </a:p>
        </p:txBody>
      </p:sp>
      <p:sp>
        <p:nvSpPr>
          <p:cNvPr id="4" name="TextBox 3"/>
          <p:cNvSpPr txBox="1"/>
          <p:nvPr/>
        </p:nvSpPr>
        <p:spPr>
          <a:xfrm>
            <a:off x="640080" y="868680"/>
            <a:ext cx="16002000" cy="365760"/>
          </a:xfrm>
          <a:prstGeom prst="rect">
            <a:avLst/>
          </a:prstGeom>
          <a:noFill/>
        </p:spPr>
        <p:txBody>
          <a:bodyPr wrap="square" lIns="0" rIns="0" tIns="0" bIns="0" anchor="t">
            <a:spAutoFit/>
          </a:bodyPr>
          <a:lstStyle/>
          <a:p>
            <a:pPr algn="l"/>
            <a:r>
              <a:rPr sz="1200" b="0" i="0">
                <a:solidFill>
                  <a:srgbClr val="595959"/>
                </a:solidFill>
                <a:latin typeface="Arial"/>
              </a:rPr>
              <a:t>Fair question: SAP sells an event service built for one-publisher-to-many-subscribers. Researched against SAP’s own documentation — three facts decide where it fits.</a:t>
            </a:r>
          </a:p>
        </p:txBody>
      </p:sp>
      <p:sp>
        <p:nvSpPr>
          <p:cNvPr id="5" name="Rectangle 4"/>
          <p:cNvSpPr/>
          <p:nvPr/>
        </p:nvSpPr>
        <p:spPr>
          <a:xfrm>
            <a:off x="640080" y="1691640"/>
            <a:ext cx="17007840" cy="1170432"/>
          </a:xfrm>
          <a:prstGeom prst="rect">
            <a:avLst/>
          </a:prstGeom>
          <a:solidFill>
            <a:srgbClr val="F4F6F9"/>
          </a:solidFill>
          <a:ln w="12700">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54864"/>
          <a:lstStyle/>
          <a:p>
            <a:pPr algn="ctr"/>
            <a:r>
              <a:rPr sz="1250" b="1">
                <a:solidFill>
                  <a:srgbClr val="1F3864"/>
                </a:solidFill>
                <a:latin typeface="Arial"/>
              </a:rPr>
              <a:t>1 — Change notices carry almost no data, by design.</a:t>
            </a:r>
          </a:p>
          <a:p>
            <a:r>
              <a:rPr sz="1150">
                <a:solidFill>
                  <a:srgbClr val="111111"/>
                </a:solidFill>
                <a:latin typeface="Arial"/>
              </a:rPr>
              <a:t>They contain the record’s ID and little else; SAP’s documented pattern is that the receiver calls back to S/4 for the full data. If field systems subscribed directly, every one of them would have to build fetch-and-convert logic — the exact burden this design removes.</a:t>
            </a:r>
          </a:p>
        </p:txBody>
      </p:sp>
      <p:sp>
        <p:nvSpPr>
          <p:cNvPr id="6" name="Rectangle 5"/>
          <p:cNvSpPr/>
          <p:nvPr/>
        </p:nvSpPr>
        <p:spPr>
          <a:xfrm>
            <a:off x="640080" y="3044952"/>
            <a:ext cx="17007840" cy="1170432"/>
          </a:xfrm>
          <a:prstGeom prst="rect">
            <a:avLst/>
          </a:prstGeom>
          <a:solidFill>
            <a:srgbClr val="F4F6F9"/>
          </a:solidFill>
          <a:ln w="12700">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54864"/>
          <a:lstStyle/>
          <a:p>
            <a:pPr algn="ctr"/>
            <a:r>
              <a:rPr sz="1250" b="1">
                <a:solidFill>
                  <a:srgbClr val="1F3864"/>
                </a:solidFill>
                <a:latin typeface="Arial"/>
              </a:rPr>
              <a:t>2 — Filtering by content is not supported.</a:t>
            </a:r>
          </a:p>
          <a:p>
            <a:r>
              <a:rPr sz="1150">
                <a:solidFill>
                  <a:srgbClr val="111111"/>
                </a:solidFill>
                <a:latin typeface="Arial"/>
              </a:rPr>
              <a:t>The event service filters by topic name only; SAP documents content filtering (e.g. “only Defence contracts”) as an anti-pattern. Standard notices name the kind of data, never the contract — so Defence separation could not be enforced.</a:t>
            </a:r>
          </a:p>
        </p:txBody>
      </p:sp>
      <p:sp>
        <p:nvSpPr>
          <p:cNvPr id="7" name="Rectangle 6"/>
          <p:cNvSpPr/>
          <p:nvPr/>
        </p:nvSpPr>
        <p:spPr>
          <a:xfrm>
            <a:off x="640080" y="4398264"/>
            <a:ext cx="17007840" cy="1170432"/>
          </a:xfrm>
          <a:prstGeom prst="rect">
            <a:avLst/>
          </a:prstGeom>
          <a:solidFill>
            <a:srgbClr val="F4F6F9"/>
          </a:solidFill>
          <a:ln w="12700">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54864"/>
          <a:lstStyle/>
          <a:p>
            <a:pPr algn="ctr"/>
            <a:r>
              <a:rPr sz="1250" b="1">
                <a:solidFill>
                  <a:srgbClr val="1F3864"/>
                </a:solidFill>
                <a:latin typeface="Arial"/>
              </a:rPr>
              <a:t>3 — It does not convert formats.</a:t>
            </a:r>
          </a:p>
          <a:p>
            <a:r>
              <a:rPr sz="1150">
                <a:solidFill>
                  <a:srgbClr val="111111"/>
                </a:solidFill>
                <a:latin typeface="Arial"/>
              </a:rPr>
              <a:t>It is a delivery service, not a mapper. Nothing in it can turn the standard message into ServiceNow’s import format or Salesforce’s save call — that conversion has to live somewhere, and if not in CPI, then in every field system.</a:t>
            </a:r>
          </a:p>
        </p:txBody>
      </p:sp>
      <p:sp>
        <p:nvSpPr>
          <p:cNvPr id="8" name="TextBox 7"/>
          <p:cNvSpPr txBox="1"/>
          <p:nvPr/>
        </p:nvSpPr>
        <p:spPr>
          <a:xfrm>
            <a:off x="640080" y="5843016"/>
            <a:ext cx="17007840" cy="822960"/>
          </a:xfrm>
          <a:prstGeom prst="rect">
            <a:avLst/>
          </a:prstGeom>
          <a:noFill/>
        </p:spPr>
        <p:txBody>
          <a:bodyPr wrap="square" lIns="0" rIns="0" tIns="0" bIns="0" anchor="t">
            <a:spAutoFit/>
          </a:bodyPr>
          <a:lstStyle/>
          <a:p>
            <a:pPr algn="l"/>
            <a:r>
              <a:rPr sz="1200" b="0" i="0">
                <a:solidFill>
                  <a:srgbClr val="111111"/>
                </a:solidFill>
                <a:latin typeface="Arial"/>
              </a:rPr>
              <a:t>So a workable middle form exists — CPI still detects, reads, filters and wraps, then publishes the finished message to event topics and lets the event service deliver it by web call — but it only suits systems willing to accept the standard message directly. ServiceNow and Sitetracker cannot without a converter in front, which is CPI again.</a:t>
            </a:r>
          </a:p>
        </p:txBody>
      </p:sp>
      <p:sp>
        <p:nvSpPr>
          <p:cNvPr id="9" name="TextBox 8"/>
          <p:cNvSpPr txBox="1"/>
          <p:nvPr/>
        </p:nvSpPr>
        <p:spPr>
          <a:xfrm>
            <a:off x="640080" y="6711696"/>
            <a:ext cx="17007840" cy="822960"/>
          </a:xfrm>
          <a:prstGeom prst="rect">
            <a:avLst/>
          </a:prstGeom>
          <a:noFill/>
        </p:spPr>
        <p:txBody>
          <a:bodyPr wrap="square" lIns="0" rIns="0" tIns="0" bIns="0" anchor="t">
            <a:spAutoFit/>
          </a:bodyPr>
          <a:lstStyle/>
          <a:p>
            <a:pPr algn="l"/>
            <a:r>
              <a:rPr sz="1200" b="1" i="0">
                <a:solidFill>
                  <a:srgbClr val="0F7A3D"/>
                </a:solidFill>
                <a:latin typeface="Arial"/>
              </a:rPr>
              <a:t>Position: SAP’s event-driven architecture is already inside Option D — it carries the change notice from S/4 into CPI, and that is its only job. As a delivery mechanism it stays a per-system variant the design can adopt later by swapping only the delivery plumbing. It is not the primary pattern, because it moves format conversion into the field systems — the one cost this programme set out to avoid.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1acb0936-c077-401d-b7ba-3f53929c77b7">
      <Terms xmlns="http://schemas.microsoft.com/office/infopath/2007/PartnerControls"/>
    </lcf76f155ced4ddcb4097134ff3c332f>
    <ArchiverLinkFileType xmlns="1acb0936-c077-401d-b7ba-3f53929c77b7" xsi:nil="true"/>
    <TaxCatchAll xmlns="6d874cc5-5fdd-4bb6-a618-3c87f7ac8a2d" xsi:nil="true"/>
    <_ip_UnifiedCompliancePolicyProperties xmlns="http://schemas.microsoft.com/sharepoint/v3" xsi:nil="true"/>
    <NextSteps xmlns="1acb0936-c077-401d-b7ba-3f53929c77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0BAC662C2D63438FA93372EB921084" ma:contentTypeVersion="20" ma:contentTypeDescription="Create a new document." ma:contentTypeScope="" ma:versionID="419a4bdc35162e1983e7fadfc0d9699a">
  <xsd:schema xmlns:xsd="http://www.w3.org/2001/XMLSchema" xmlns:xs="http://www.w3.org/2001/XMLSchema" xmlns:p="http://schemas.microsoft.com/office/2006/metadata/properties" xmlns:ns1="http://schemas.microsoft.com/sharepoint/v3" xmlns:ns2="6d874cc5-5fdd-4bb6-a618-3c87f7ac8a2d" xmlns:ns3="1acb0936-c077-401d-b7ba-3f53929c77b7" targetNamespace="http://schemas.microsoft.com/office/2006/metadata/properties" ma:root="true" ma:fieldsID="e2230e3c107cf9ed33db0e60ebc06059" ns1:_="" ns2:_="" ns3:_="">
    <xsd:import namespace="http://schemas.microsoft.com/sharepoint/v3"/>
    <xsd:import namespace="6d874cc5-5fdd-4bb6-a618-3c87f7ac8a2d"/>
    <xsd:import namespace="1acb0936-c077-401d-b7ba-3f53929c77b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1:_ip_UnifiedCompliancePolicyProperties" minOccurs="0"/>
                <xsd:element ref="ns1:_ip_UnifiedCompliancePolicyUIAction" minOccurs="0"/>
                <xsd:element ref="ns3:NextSteps" minOccurs="0"/>
                <xsd:element ref="ns3:MediaServiceBillingMetadata" minOccurs="0"/>
                <xsd:element ref="ns3:ArchiverLinkFile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874cc5-5fdd-4bb6-a618-3c87f7ac8a2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8782b5d-fe49-4b9e-a009-e1ab50b2593a}" ma:internalName="TaxCatchAll" ma:showField="CatchAllData" ma:web="6d874cc5-5fdd-4bb6-a618-3c87f7ac8a2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acb0936-c077-401d-b7ba-3f53929c77b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4caaf7f-a10f-4351-a59d-0b91ff4ef03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NextSteps" ma:index="25" nillable="true" ma:displayName="Next Steps" ma:description="Next Steps as detailed in Tracking Sheet" ma:internalName="NextSteps">
      <xsd:simpleType>
        <xsd:restriction base="dms:Text">
          <xsd:maxLength value="255"/>
        </xsd:restriction>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ArchiverLinkFileType" ma:index="27" nillable="true" ma:displayName="ArchiverLinkFileType" ma:hidden="true" ma:internalName="ArchiverLinkFileTyp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81D399A-E59E-44D4-A61E-CDD167BB97F8}">
  <ds:schemaRefs>
    <ds:schemaRef ds:uri="1acb0936-c077-401d-b7ba-3f53929c77b7"/>
    <ds:schemaRef ds:uri="6d874cc5-5fdd-4bb6-a618-3c87f7ac8a2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45CD267-DB80-4832-A6AE-AB6C32BDC4D0}">
  <ds:schemaRefs>
    <ds:schemaRef ds:uri="http://schemas.microsoft.com/sharepoint/v3/contenttype/forms"/>
  </ds:schemaRefs>
</ds:datastoreItem>
</file>

<file path=customXml/itemProps3.xml><?xml version="1.0" encoding="utf-8"?>
<ds:datastoreItem xmlns:ds="http://schemas.openxmlformats.org/officeDocument/2006/customXml" ds:itemID="{6FB59F4B-4096-4B69-8C2F-0841AB42D714}">
  <ds:schemaRefs>
    <ds:schemaRef ds:uri="1acb0936-c077-401d-b7ba-3f53929c77b7"/>
    <ds:schemaRef ds:uri="6d874cc5-5fdd-4bb6-a618-3c87f7ac8a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2026-08-05T01:23:51Z</dcterms:created>
  <dcterms:modified xsi:type="dcterms:W3CDTF">2026-08-05T06:28:34Z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0x0101003C0BAC662C2D63438FA93372EB921084</vt:lpwstr>
  </property>
  <property fmtid="{D5CDD505-2E9C-101B-9397-08002B2CF9AE}" pid="3" name="MSIP_Label_2b47cb10-e007-4293-ae6c-08823582fcbf_Enabled">
    <vt:lpwstr>true</vt:lpwstr>
  </property>
  <property fmtid="{D5CDD505-2E9C-101B-9397-08002B2CF9AE}" pid="4" name="MSIP_Label_2b47cb10-e007-4293-ae6c-08823582fcbf_SetDate">
    <vt:lpwstr>2026-08-05T02:22:04Z</vt:lpwstr>
  </property>
  <property fmtid="{D5CDD505-2E9C-101B-9397-08002B2CF9AE}" pid="5" name="MSIP_Label_2b47cb10-e007-4293-ae6c-08823582fcbf_Method">
    <vt:lpwstr>Standard</vt:lpwstr>
  </property>
  <property fmtid="{D5CDD505-2E9C-101B-9397-08002B2CF9AE}" pid="6" name="MSIP_Label_2b47cb10-e007-4293-ae6c-08823582fcbf_Name">
    <vt:lpwstr>GBIS-IN-CONFIDENCE</vt:lpwstr>
  </property>
  <property fmtid="{D5CDD505-2E9C-101B-9397-08002B2CF9AE}" pid="7" name="MSIP_Label_2b47cb10-e007-4293-ae6c-08823582fcbf_SiteId">
    <vt:lpwstr>ac1df4be-765d-4ffc-8dfd-21d263d4a049</vt:lpwstr>
  </property>
  <property fmtid="{D5CDD505-2E9C-101B-9397-08002B2CF9AE}" pid="8" name="MSIP_Label_2b47cb10-e007-4293-ae6c-08823582fcbf_ActionId">
    <vt:lpwstr>ac0cb599-21a1-4b5d-896c-808f9f303cd9</vt:lpwstr>
  </property>
  <property fmtid="{D5CDD505-2E9C-101B-9397-08002B2CF9AE}" pid="9" name="MSIP_Label_2b47cb10-e007-4293-ae6c-08823582fcbf_ContentBits">
    <vt:lpwstr>0</vt:lpwstr>
  </property>
  <property fmtid="{D5CDD505-2E9C-101B-9397-08002B2CF9AE}" pid="10" name="MSIP_Label_2b47cb10-e007-4293-ae6c-08823582fcbf_Tag">
    <vt:lpwstr>10, 3, 0, 2</vt:lpwstr>
  </property>
  <property fmtid="{D5CDD505-2E9C-101B-9397-08002B2CF9AE}" pid="11" name="MediaServiceImageTags">
    <vt:lpwstr/>
  </property>
</Properties>
</file>